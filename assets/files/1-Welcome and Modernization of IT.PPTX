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p:scale>
          <a:sx n="79" d="100"/>
          <a:sy n="79" d="100"/>
        </p:scale>
        <p:origin x="-300" y="-3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1030C8-F585-4344-B0BD-C5DAD5B6AF45}" type="datetimeFigureOut">
              <a:rPr lang="en-US" smtClean="0"/>
              <a:t>12/10/2017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3AD54-5D7D-4C7E-8F5A-71D342A8E754}" type="slidenum">
              <a:rPr lang="en-US" smtClean="0"/>
              <a:t>‹#›</a:t>
            </a:fld>
            <a:endParaRPr lang="en-US"/>
          </a:p>
        </p:txBody>
      </p:sp>
    </p:spTree>
    <p:extLst>
      <p:ext uri="{BB962C8B-B14F-4D97-AF65-F5344CB8AC3E}">
        <p14:creationId xmlns:p14="http://schemas.microsoft.com/office/powerpoint/2010/main" val="2865668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988308-DA46-4504-956E-21F7DECBE5F6}" type="datetime1">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12/10/2017</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
        <p:nvSpPr>
          <p:cNvPr id="10" name="Footer Placeholder 9"/>
          <p:cNvSpPr>
            <a:spLocks noGrp="1"/>
          </p:cNvSpPr>
          <p:nvPr>
            <p:ph type="ftr" sz="quarter" idx="1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Segoe UI" pitchFamily="34" charset="0"/>
                <a:ea typeface="+mn-ea"/>
                <a:cs typeface="+mn-cs"/>
              </a:rPr>
              <a:t>Microsoft Ignite</a:t>
            </a:r>
          </a:p>
        </p:txBody>
      </p:sp>
    </p:spTree>
    <p:extLst>
      <p:ext uri="{BB962C8B-B14F-4D97-AF65-F5344CB8AC3E}">
        <p14:creationId xmlns:p14="http://schemas.microsoft.com/office/powerpoint/2010/main" val="2224145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Microsoft 2016</a:t>
            </a: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12/10/2017 10:15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58600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988308-DA46-4504-956E-21F7DECBE5F6}" type="datetime1">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12/10/2017</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
        <p:nvSpPr>
          <p:cNvPr id="10" name="Footer Placeholder 9"/>
          <p:cNvSpPr>
            <a:spLocks noGrp="1"/>
          </p:cNvSpPr>
          <p:nvPr>
            <p:ph type="ftr" sz="quarter" idx="1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Segoe UI" pitchFamily="34" charset="0"/>
                <a:ea typeface="+mn-ea"/>
                <a:cs typeface="+mn-cs"/>
              </a:rPr>
              <a:t>Microsoft Ignite</a:t>
            </a:r>
          </a:p>
        </p:txBody>
      </p:sp>
    </p:spTree>
    <p:extLst>
      <p:ext uri="{BB962C8B-B14F-4D97-AF65-F5344CB8AC3E}">
        <p14:creationId xmlns:p14="http://schemas.microsoft.com/office/powerpoint/2010/main" val="3005141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Working with GSA, we developing messaging about how Accessibility is part of Modernization of IT</a:t>
            </a:r>
          </a:p>
          <a:p>
            <a:r>
              <a:rPr lang="en-US"/>
              <a:t>Here is what IT is busy with. See Accessibility is off on the side</a:t>
            </a:r>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rPr>
              <a:t>Microsoft Envision 2016</a:t>
            </a: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12/10/2017 10:15 AM</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Tree>
    <p:extLst>
      <p:ext uri="{BB962C8B-B14F-4D97-AF65-F5344CB8AC3E}">
        <p14:creationId xmlns:p14="http://schemas.microsoft.com/office/powerpoint/2010/main" val="2020628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 to drive Accessibility into the Modernization of IT</a:t>
            </a:r>
          </a:p>
          <a:p>
            <a:r>
              <a:rPr lang="en-US"/>
              <a:t>Adoption of Modern Platforms provides benefits to everyone and especially to PWD</a:t>
            </a:r>
          </a:p>
          <a:p>
            <a:r>
              <a:rPr lang="en-US"/>
              <a:t>Highlighted are some areas that map easily</a:t>
            </a:r>
          </a:p>
          <a:p>
            <a:pPr marL="171450" indent="-171450">
              <a:buFont typeface="Arial" panose="020B0604020202020204" pitchFamily="34" charset="0"/>
              <a:buChar char="•"/>
            </a:pPr>
            <a:r>
              <a:rPr lang="en-US"/>
              <a:t>Field Work – Situational Disability – Text to Speech or Speech to Text. </a:t>
            </a:r>
          </a:p>
          <a:p>
            <a:pPr marL="171450" indent="-171450">
              <a:buFont typeface="Arial" panose="020B0604020202020204" pitchFamily="34" charset="0"/>
              <a:buChar char="•"/>
            </a:pPr>
            <a:r>
              <a:rPr lang="en-US"/>
              <a:t>Knowledge Capture – Brain Drain with aging employees – A11y extends the time they stay in workforce</a:t>
            </a:r>
          </a:p>
          <a:p>
            <a:pPr marL="171450" indent="-171450">
              <a:buFont typeface="Arial" panose="020B0604020202020204" pitchFamily="34" charset="0"/>
              <a:buChar char="•"/>
            </a:pPr>
            <a:r>
              <a:rPr lang="en-US"/>
              <a:t>Digital Assets – Closed Captioning all videos allows for search by all</a:t>
            </a:r>
          </a:p>
          <a:p>
            <a:pPr marL="171450" indent="-171450">
              <a:buFont typeface="Arial" panose="020B0604020202020204" pitchFamily="34" charset="0"/>
              <a:buChar char="•"/>
            </a:pPr>
            <a:r>
              <a:rPr lang="en-US"/>
              <a:t>Content Control – Accessible Content needs to be part of the controls</a:t>
            </a:r>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rPr>
              <a:t>Microsoft Envision 2016</a:t>
            </a: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12/10/2017 10:15 AM</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0" cap="none" spc="0" normalizeH="0" baseline="0" noProof="0">
              <a:ln>
                <a:noFill/>
              </a:ln>
              <a:solidFill>
                <a:sysClr val="windowText" lastClr="000000"/>
              </a:solidFill>
              <a:effectLst/>
              <a:uLnTx/>
              <a:uFillTx/>
              <a:latin typeface="Segoe UI" pitchFamily="34" charset="0"/>
              <a:ea typeface="+mn-ea"/>
              <a:cs typeface="+mn-cs"/>
            </a:endParaRPr>
          </a:p>
        </p:txBody>
      </p:sp>
    </p:spTree>
    <p:extLst>
      <p:ext uri="{BB962C8B-B14F-4D97-AF65-F5344CB8AC3E}">
        <p14:creationId xmlns:p14="http://schemas.microsoft.com/office/powerpoint/2010/main" val="3731429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a:t>Demos</a:t>
            </a:r>
          </a:p>
          <a:p>
            <a:pPr marL="171450" indent="-171450">
              <a:buFont typeface="Arial" panose="020B0604020202020204" pitchFamily="34" charset="0"/>
              <a:buChar char="•"/>
            </a:pPr>
            <a:r>
              <a:rPr lang="en-US"/>
              <a:t>Aging – Word Reader Mode</a:t>
            </a:r>
          </a:p>
          <a:p>
            <a:pPr marL="171450" indent="-171450">
              <a:buFont typeface="Arial" panose="020B0604020202020204" pitchFamily="34" charset="0"/>
              <a:buChar char="•"/>
            </a:pPr>
            <a:r>
              <a:rPr lang="en-US"/>
              <a:t>Clinician – DNS into SP or Word</a:t>
            </a:r>
          </a:p>
          <a:p>
            <a:pPr marL="171450" indent="-171450">
              <a:buFont typeface="Arial" panose="020B0604020202020204" pitchFamily="34" charset="0"/>
              <a:buChar char="•"/>
            </a:pPr>
            <a:r>
              <a:rPr lang="en-US"/>
              <a:t>Inclusive Meetings – PowerPoint Speech to Text Add-in</a:t>
            </a:r>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Microsoft 2016</a:t>
            </a: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12/10/2017 10:15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17393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Microsoft 2016</a:t>
            </a: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12/10/2017 10:15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130762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Walkin">
    <p:bg bwMode="gray">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269239" y="2077800"/>
            <a:ext cx="6274974" cy="269602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p:cNvPicPr>
            <a:picLocks noChangeAspect="1"/>
          </p:cNvPicPr>
          <p:nvPr userDrawn="1"/>
        </p:nvPicPr>
        <p:blipFill>
          <a:blip r:embed="rId2"/>
          <a:stretch>
            <a:fillRect/>
          </a:stretch>
        </p:blipFill>
        <p:spPr>
          <a:xfrm>
            <a:off x="-241654" y="1927277"/>
            <a:ext cx="7744259" cy="2106897"/>
          </a:xfrm>
          <a:prstGeom prst="rect">
            <a:avLst/>
          </a:prstGeom>
        </p:spPr>
      </p:pic>
      <p:sp>
        <p:nvSpPr>
          <p:cNvPr id="6" name="Rectangle 5"/>
          <p:cNvSpPr/>
          <p:nvPr userDrawn="1"/>
        </p:nvSpPr>
        <p:spPr bwMode="gray">
          <a:xfrm>
            <a:off x="0" y="5646494"/>
            <a:ext cx="12191377" cy="121150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854"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3"/>
          <a:stretch>
            <a:fillRect/>
          </a:stretch>
        </p:blipFill>
        <p:spPr>
          <a:xfrm>
            <a:off x="453192" y="6087890"/>
            <a:ext cx="1427788" cy="304828"/>
          </a:xfrm>
          <a:prstGeom prst="rect">
            <a:avLst/>
          </a:prstGeom>
        </p:spPr>
      </p:pic>
    </p:spTree>
    <p:extLst>
      <p:ext uri="{BB962C8B-B14F-4D97-AF65-F5344CB8AC3E}">
        <p14:creationId xmlns:p14="http://schemas.microsoft.com/office/powerpoint/2010/main" val="20579346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solidFill>
          <a:schemeClr val="accent1"/>
        </a:solidFill>
        <a:effectLst/>
      </p:bgPr>
    </p:bg>
    <p:spTree>
      <p:nvGrpSpPr>
        <p:cNvPr id="1" name=""/>
        <p:cNvGrpSpPr/>
        <p:nvPr/>
      </p:nvGrpSpPr>
      <p:grpSpPr>
        <a:xfrm>
          <a:off x="0" y="0"/>
          <a:ext cx="0" cy="0"/>
          <a:chOff x="0" y="0"/>
          <a:chExt cx="0" cy="0"/>
        </a:xfrm>
      </p:grpSpPr>
      <p:sp>
        <p:nvSpPr>
          <p:cNvPr id="10" name="Rectangle 9"/>
          <p:cNvSpPr/>
          <p:nvPr userDrawn="1"/>
        </p:nvSpPr>
        <p:spPr bwMode="gray">
          <a:xfrm>
            <a:off x="0" y="5646494"/>
            <a:ext cx="12191377" cy="121150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854"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2"/>
          <a:stretch>
            <a:fillRect/>
          </a:stretch>
        </p:blipFill>
        <p:spPr>
          <a:xfrm>
            <a:off x="453192" y="6087890"/>
            <a:ext cx="1427788" cy="304828"/>
          </a:xfrm>
          <a:prstGeom prst="rect">
            <a:avLst/>
          </a:prstGeom>
        </p:spPr>
      </p:pic>
      <p:pic>
        <p:nvPicPr>
          <p:cNvPr id="16" name="Picture 15" hidden="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50204" y="6119147"/>
            <a:ext cx="1253377" cy="268786"/>
          </a:xfrm>
          <a:prstGeom prst="rect">
            <a:avLst/>
          </a:prstGeom>
        </p:spPr>
      </p:pic>
      <p:sp>
        <p:nvSpPr>
          <p:cNvPr id="8" name="Title 1"/>
          <p:cNvSpPr>
            <a:spLocks noGrp="1"/>
          </p:cNvSpPr>
          <p:nvPr>
            <p:ph type="title" hasCustomPrompt="1"/>
          </p:nvPr>
        </p:nvSpPr>
        <p:spPr bwMode="white">
          <a:xfrm>
            <a:off x="269302" y="1646860"/>
            <a:ext cx="8964185" cy="1793090"/>
          </a:xfrm>
          <a:noFill/>
        </p:spPr>
        <p:txBody>
          <a:bodyPr lIns="146304" tIns="91440" rIns="146304" bIns="91440" anchor="t" anchorCtr="0"/>
          <a:lstStyle>
            <a:lvl1pPr>
              <a:defRPr sz="5293" spc="-98" baseline="0">
                <a:gradFill>
                  <a:gsLst>
                    <a:gs pos="100000">
                      <a:schemeClr val="tx2"/>
                    </a:gs>
                    <a:gs pos="0">
                      <a:schemeClr val="tx2"/>
                    </a:gs>
                  </a:gsLst>
                  <a:lin ang="5400000" scaled="0"/>
                </a:gradFill>
              </a:defRPr>
            </a:lvl1pPr>
          </a:lstStyle>
          <a:p>
            <a:r>
              <a:rPr lang="en-US"/>
              <a:t>Presentation title</a:t>
            </a:r>
          </a:p>
        </p:txBody>
      </p:sp>
      <p:sp>
        <p:nvSpPr>
          <p:cNvPr id="9" name="Text Placeholder 4"/>
          <p:cNvSpPr>
            <a:spLocks noGrp="1"/>
          </p:cNvSpPr>
          <p:nvPr>
            <p:ph type="body" sz="quarter" idx="12" hasCustomPrompt="1"/>
          </p:nvPr>
        </p:nvSpPr>
        <p:spPr bwMode="white">
          <a:xfrm>
            <a:off x="269302" y="3441247"/>
            <a:ext cx="7171337" cy="1792326"/>
          </a:xfrm>
          <a:noFill/>
        </p:spPr>
        <p:txBody>
          <a:bodyPr lIns="146304" tIns="109728" rIns="146304" bIns="109728">
            <a:noAutofit/>
          </a:bodyPr>
          <a:lstStyle>
            <a:lvl1pPr marL="0" indent="0">
              <a:spcBef>
                <a:spcPts val="0"/>
              </a:spcBef>
              <a:buNone/>
              <a:defRPr sz="3136" spc="0" baseline="0">
                <a:gradFill>
                  <a:gsLst>
                    <a:gs pos="91000">
                      <a:schemeClr val="tx1"/>
                    </a:gs>
                    <a:gs pos="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34093570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40" y="1189178"/>
            <a:ext cx="11653523" cy="1985641"/>
          </a:xfrm>
        </p:spPr>
        <p:txBody>
          <a:bodyPr/>
          <a:lstStyle>
            <a:lvl1pPr marL="0" indent="0">
              <a:buNone/>
              <a:defRPr>
                <a:gradFill>
                  <a:gsLst>
                    <a:gs pos="1250">
                      <a:schemeClr val="tx2"/>
                    </a:gs>
                    <a:gs pos="99000">
                      <a:schemeClr val="tx2"/>
                    </a:gs>
                  </a:gsLst>
                  <a:lin ang="5400000" scaled="0"/>
                </a:gradFill>
              </a:defRPr>
            </a:lvl1pPr>
            <a:lvl2pPr marL="0" indent="0">
              <a:buFontTx/>
              <a:buNone/>
              <a:defRPr sz="1961"/>
            </a:lvl2pPr>
            <a:lvl3pPr marL="224054" indent="0">
              <a:buNone/>
              <a:defRPr/>
            </a:lvl3pPr>
            <a:lvl4pPr marL="448107" indent="0">
              <a:buNone/>
              <a:defRPr/>
            </a:lvl4pPr>
            <a:lvl5pPr marL="672161"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698622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40" y="1189178"/>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54" indent="0">
              <a:buNone/>
              <a:defRPr/>
            </a:lvl3pPr>
            <a:lvl4pPr marL="448107" indent="0">
              <a:buNone/>
              <a:defRPr/>
            </a:lvl4pPr>
            <a:lvl5pPr marL="672161"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33604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0" y="1189177"/>
            <a:ext cx="11653523" cy="2052030"/>
          </a:xfrm>
        </p:spPr>
        <p:txBody>
          <a:bodyPr>
            <a:spAutoFit/>
          </a:bodyPr>
          <a:lstStyle>
            <a:lvl1pPr>
              <a:defRPr sz="3920">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706594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0" y="1189177"/>
            <a:ext cx="11653523" cy="2052030"/>
          </a:xfrm>
        </p:spPr>
        <p:txBody>
          <a:bodyPr>
            <a:spAutoFit/>
          </a:bodyPr>
          <a:lstStyle>
            <a:lvl1pPr>
              <a:defRPr sz="392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591260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5"/>
            <a:ext cx="5378548" cy="1877004"/>
          </a:xfrm>
        </p:spPr>
        <p:txBody>
          <a:bodyPr wrap="square">
            <a:spAutoFit/>
          </a:bodyPr>
          <a:lstStyle>
            <a:lvl1pPr marL="0" indent="0">
              <a:spcBef>
                <a:spcPts val="1200"/>
              </a:spcBef>
              <a:buClr>
                <a:schemeClr val="tx1"/>
              </a:buClr>
              <a:buFont typeface="Wingdings" pitchFamily="2" charset="2"/>
              <a:buNone/>
              <a:defRPr sz="3136">
                <a:gradFill>
                  <a:gsLst>
                    <a:gs pos="1250">
                      <a:schemeClr val="tx2"/>
                    </a:gs>
                    <a:gs pos="99000">
                      <a:schemeClr val="tx2"/>
                    </a:gs>
                  </a:gsLst>
                  <a:lin ang="5400000" scaled="0"/>
                </a:gradFill>
              </a:defRPr>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5"/>
            <a:ext cx="5378548" cy="1877004"/>
          </a:xfrm>
        </p:spPr>
        <p:txBody>
          <a:bodyPr wrap="square">
            <a:spAutoFit/>
          </a:bodyPr>
          <a:lstStyle>
            <a:lvl1pPr marL="0" indent="0">
              <a:spcBef>
                <a:spcPts val="1200"/>
              </a:spcBef>
              <a:buClr>
                <a:schemeClr val="tx1"/>
              </a:buClr>
              <a:buFont typeface="Wingdings" pitchFamily="2" charset="2"/>
              <a:buNone/>
              <a:defRPr sz="3136">
                <a:gradFill>
                  <a:gsLst>
                    <a:gs pos="1250">
                      <a:schemeClr val="tx2"/>
                    </a:gs>
                    <a:gs pos="99000">
                      <a:schemeClr val="tx2"/>
                    </a:gs>
                  </a:gsLst>
                  <a:lin ang="5400000" scaled="0"/>
                </a:gradFill>
              </a:defRPr>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462650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5"/>
            <a:ext cx="5378548" cy="1877004"/>
          </a:xfrm>
        </p:spPr>
        <p:txBody>
          <a:bodyPr wrap="square">
            <a:spAutoFit/>
          </a:bodyPr>
          <a:lstStyle>
            <a:lvl1pPr marL="0" indent="0">
              <a:spcBef>
                <a:spcPts val="1200"/>
              </a:spcBef>
              <a:buClr>
                <a:schemeClr val="tx1"/>
              </a:buClr>
              <a:buFont typeface="Wingdings" pitchFamily="2" charset="2"/>
              <a:buNone/>
              <a:defRPr sz="3136"/>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5"/>
            <a:ext cx="5378548" cy="1877004"/>
          </a:xfrm>
        </p:spPr>
        <p:txBody>
          <a:bodyPr wrap="square">
            <a:spAutoFit/>
          </a:bodyPr>
          <a:lstStyle>
            <a:lvl1pPr marL="0" indent="0">
              <a:spcBef>
                <a:spcPts val="1200"/>
              </a:spcBef>
              <a:buClr>
                <a:schemeClr val="tx1"/>
              </a:buClr>
              <a:buFont typeface="Wingdings" pitchFamily="2" charset="2"/>
              <a:buNone/>
              <a:defRPr sz="3136"/>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60379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6"/>
            <a:ext cx="5378548" cy="2377940"/>
          </a:xfrm>
        </p:spPr>
        <p:txBody>
          <a:bodyPr wrap="square">
            <a:spAutoFit/>
          </a:bodyPr>
          <a:lstStyle>
            <a:lvl1pPr marL="281623" indent="-281623">
              <a:spcBef>
                <a:spcPts val="1200"/>
              </a:spcBef>
              <a:buClr>
                <a:schemeClr val="tx2"/>
              </a:buClr>
              <a:buFont typeface="Arial" pitchFamily="34" charset="0"/>
              <a:buChar char="•"/>
              <a:defRPr sz="3136">
                <a:gradFill>
                  <a:gsLst>
                    <a:gs pos="1250">
                      <a:schemeClr val="tx2"/>
                    </a:gs>
                    <a:gs pos="99000">
                      <a:schemeClr val="tx2"/>
                    </a:gs>
                  </a:gsLst>
                  <a:lin ang="5400000" scaled="0"/>
                </a:gradFill>
              </a:defRPr>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6"/>
            <a:ext cx="5378548" cy="2377940"/>
          </a:xfrm>
        </p:spPr>
        <p:txBody>
          <a:bodyPr wrap="square">
            <a:spAutoFit/>
          </a:bodyPr>
          <a:lstStyle>
            <a:lvl1pPr marL="281623" indent="-281623">
              <a:spcBef>
                <a:spcPts val="1200"/>
              </a:spcBef>
              <a:buClr>
                <a:schemeClr val="tx2"/>
              </a:buClr>
              <a:buFont typeface="Arial" pitchFamily="34" charset="0"/>
              <a:buChar char="•"/>
              <a:defRPr sz="3136">
                <a:gradFill>
                  <a:gsLst>
                    <a:gs pos="1250">
                      <a:schemeClr val="tx2"/>
                    </a:gs>
                    <a:gs pos="99000">
                      <a:schemeClr val="tx2"/>
                    </a:gs>
                  </a:gsLst>
                  <a:lin ang="5400000" scaled="0"/>
                </a:gradFill>
              </a:defRPr>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75427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6"/>
            <a:ext cx="5378548" cy="2377940"/>
          </a:xfrm>
        </p:spPr>
        <p:txBody>
          <a:bodyPr wrap="square">
            <a:spAutoFit/>
          </a:bodyPr>
          <a:lstStyle>
            <a:lvl1pPr marL="281623" indent="-281623">
              <a:spcBef>
                <a:spcPts val="1200"/>
              </a:spcBef>
              <a:buClr>
                <a:schemeClr val="tx1"/>
              </a:buClr>
              <a:buFont typeface="Arial" pitchFamily="34" charset="0"/>
              <a:buChar char="•"/>
              <a:defRPr sz="3136"/>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6"/>
            <a:ext cx="5378548" cy="2377940"/>
          </a:xfrm>
        </p:spPr>
        <p:txBody>
          <a:bodyPr wrap="square">
            <a:spAutoFit/>
          </a:bodyPr>
          <a:lstStyle>
            <a:lvl1pPr marL="281623" indent="-281623">
              <a:spcBef>
                <a:spcPts val="1200"/>
              </a:spcBef>
              <a:buClr>
                <a:schemeClr val="tx1"/>
              </a:buClr>
              <a:buFont typeface="Arial" pitchFamily="34" charset="0"/>
              <a:buChar char="•"/>
              <a:defRPr sz="3136"/>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0799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1825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a:t>Customer evidence slide</a:t>
            </a:r>
          </a:p>
        </p:txBody>
      </p:sp>
      <p:sp>
        <p:nvSpPr>
          <p:cNvPr id="4" name="Picture Placeholder 3"/>
          <p:cNvSpPr>
            <a:spLocks noGrp="1"/>
          </p:cNvSpPr>
          <p:nvPr>
            <p:ph type="pic" sz="quarter" idx="10"/>
          </p:nvPr>
        </p:nvSpPr>
        <p:spPr bwMode="gray">
          <a:xfrm>
            <a:off x="269239" y="1406079"/>
            <a:ext cx="5378549" cy="1791549"/>
          </a:xfrm>
          <a:blipFill>
            <a:blip r:embed="rId2"/>
            <a:stretch>
              <a:fillRect/>
            </a:stretch>
          </a:blipFill>
        </p:spPr>
        <p:txBody>
          <a:bodyPr lIns="182880" tIns="146304" rIns="182880" bIns="146304">
            <a:noAutofit/>
          </a:bodyPr>
          <a:lstStyle>
            <a:lvl1pPr marL="0" indent="0">
              <a:buNone/>
              <a:defRPr lang="en-US" sz="2353" kern="1200" spc="0" baseline="0" dirty="0">
                <a:noFill/>
                <a:latin typeface="+mn-lt"/>
                <a:ea typeface="+mn-ea"/>
                <a:cs typeface="+mn-cs"/>
              </a:defRPr>
            </a:lvl1pPr>
            <a:lvl2pPr>
              <a:defRPr lang="en-US" sz="2353"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14192" rtl="0" eaLnBrk="1" fontAlgn="auto" latinLnBrk="0" hangingPunct="1">
              <a:lnSpc>
                <a:spcPct val="90000"/>
              </a:lnSpc>
              <a:spcBef>
                <a:spcPct val="20000"/>
              </a:spcBef>
              <a:spcAft>
                <a:spcPts val="0"/>
              </a:spcAft>
              <a:buClrTx/>
              <a:buSzPct val="90000"/>
              <a:buFont typeface="Arial" pitchFamily="34" charset="0"/>
              <a:buNone/>
              <a:tabLst/>
            </a:pPr>
            <a:endParaRPr lang="en-US"/>
          </a:p>
        </p:txBody>
      </p:sp>
      <p:sp>
        <p:nvSpPr>
          <p:cNvPr id="5" name="Rectangle 4"/>
          <p:cNvSpPr/>
          <p:nvPr userDrawn="1"/>
        </p:nvSpPr>
        <p:spPr bwMode="auto">
          <a:xfrm>
            <a:off x="6095999" y="4773828"/>
            <a:ext cx="5829081" cy="1793104"/>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59" tIns="143407" rIns="179259" bIns="143407" numCol="1" rtlCol="0" anchor="ctr" anchorCtr="0" compatLnSpc="1">
            <a:prstTxWarp prst="textNoShape">
              <a:avLst/>
            </a:prstTxWarp>
          </a:bodyPr>
          <a:lstStyle/>
          <a:p>
            <a:pPr algn="ctr" defTabSz="913927" fontAlgn="base">
              <a:spcBef>
                <a:spcPct val="0"/>
              </a:spcBef>
              <a:spcAft>
                <a:spcPct val="0"/>
              </a:spcAft>
            </a:pPr>
            <a:endParaRPr lang="en-US" sz="1961">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096000" y="1406078"/>
            <a:ext cx="5826762" cy="3366196"/>
          </a:xfrm>
          <a:blipFill>
            <a:blip r:embed="rId3"/>
            <a:stretch>
              <a:fillRect/>
            </a:stretch>
          </a:blipFill>
        </p:spPr>
        <p:txBody>
          <a:bodyPr lIns="182880" tIns="146304" rIns="182880" bIns="146304">
            <a:noAutofit/>
          </a:bodyPr>
          <a:lstStyle>
            <a:lvl1pPr marL="0" indent="0">
              <a:buNone/>
              <a:defRPr lang="en-US" sz="2353" kern="1200" spc="0" baseline="0" dirty="0">
                <a:gradFill>
                  <a:gsLst>
                    <a:gs pos="1250">
                      <a:schemeClr val="tx1"/>
                    </a:gs>
                    <a:gs pos="100000">
                      <a:schemeClr val="tx1"/>
                    </a:gs>
                  </a:gsLst>
                  <a:lin ang="5400000" scaled="0"/>
                </a:gradFill>
                <a:latin typeface="+mn-lt"/>
                <a:ea typeface="+mn-ea"/>
                <a:cs typeface="+mn-cs"/>
              </a:defRPr>
            </a:lvl1pPr>
            <a:lvl2pPr algn="ctr">
              <a:defRPr lang="en-US" sz="2353"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14192" rtl="0" eaLnBrk="1" fontAlgn="auto" latinLnBrk="0" hangingPunct="1">
              <a:lnSpc>
                <a:spcPct val="90000"/>
              </a:lnSpc>
              <a:spcBef>
                <a:spcPct val="20000"/>
              </a:spcBef>
              <a:spcAft>
                <a:spcPts val="0"/>
              </a:spcAft>
              <a:buClrTx/>
              <a:buSzPct val="90000"/>
              <a:buFont typeface="Arial" pitchFamily="34" charset="0"/>
              <a:buNone/>
              <a:tabLst/>
            </a:pPr>
            <a:r>
              <a:rPr lang="en-US"/>
              <a:t>Your image here</a:t>
            </a:r>
          </a:p>
        </p:txBody>
      </p:sp>
      <p:cxnSp>
        <p:nvCxnSpPr>
          <p:cNvPr id="7" name="Straight Connector 6"/>
          <p:cNvCxnSpPr/>
          <p:nvPr userDrawn="1"/>
        </p:nvCxnSpPr>
        <p:spPr>
          <a:xfrm>
            <a:off x="5871894" y="1801029"/>
            <a:ext cx="0" cy="4662019"/>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69239" y="3197079"/>
            <a:ext cx="5378549" cy="3369853"/>
          </a:xfrm>
        </p:spPr>
        <p:txBody>
          <a:bodyPr lIns="182880" tIns="146304" rIns="182880" bIns="146304">
            <a:noAutofit/>
          </a:bodyPr>
          <a:lstStyle>
            <a:lvl1pPr marL="0" indent="0">
              <a:buNone/>
              <a:defRPr sz="2353">
                <a:latin typeface="+mn-lt"/>
              </a:defRPr>
            </a:lvl1pPr>
          </a:lstStyle>
          <a:p>
            <a:pPr lvl="0"/>
            <a:r>
              <a:rPr lang="en-US"/>
              <a:t>Edit Master text styles</a:t>
            </a:r>
          </a:p>
        </p:txBody>
      </p:sp>
      <p:sp>
        <p:nvSpPr>
          <p:cNvPr id="15" name="Text Placeholder 14"/>
          <p:cNvSpPr>
            <a:spLocks noGrp="1"/>
          </p:cNvSpPr>
          <p:nvPr>
            <p:ph type="body" sz="quarter" idx="13"/>
          </p:nvPr>
        </p:nvSpPr>
        <p:spPr>
          <a:xfrm>
            <a:off x="6096002" y="4773828"/>
            <a:ext cx="5826761" cy="1791549"/>
          </a:xfrm>
        </p:spPr>
        <p:txBody>
          <a:bodyPr lIns="182880" tIns="146304" rIns="182880" bIns="146304" anchor="ctr">
            <a:noAutofit/>
          </a:bodyPr>
          <a:lstStyle>
            <a:lvl1pPr marL="0" indent="0" algn="ctr">
              <a:buNone/>
              <a:defRPr sz="3136">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38388974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1" y="1186357"/>
            <a:ext cx="8066548" cy="1158793"/>
          </a:xfrm>
          <a:noFill/>
        </p:spPr>
        <p:txBody>
          <a:bodyPr wrap="square" tIns="91440" bIns="91440" anchor="t" anchorCtr="0">
            <a:spAutoFit/>
          </a:bodyPr>
          <a:lstStyle>
            <a:lvl1pPr>
              <a:defRPr sz="7056" spc="-98" baseline="0">
                <a:gradFill>
                  <a:gsLst>
                    <a:gs pos="8850">
                      <a:schemeClr val="tx1"/>
                    </a:gs>
                    <a:gs pos="23894">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69241" y="3877277"/>
            <a:ext cx="8067822" cy="724246"/>
          </a:xfrm>
          <a:noFill/>
        </p:spPr>
        <p:txBody>
          <a:bodyPr wrap="square" lIns="182880" tIns="146304" rIns="182880" bIns="146304">
            <a:spAutoFit/>
          </a:bodyPr>
          <a:lstStyle>
            <a:lvl1pPr marL="0" indent="0">
              <a:spcBef>
                <a:spcPts val="0"/>
              </a:spcBef>
              <a:buNone/>
              <a:defRPr sz="3136" spc="0" baseline="0">
                <a:gradFill>
                  <a:gsLst>
                    <a:gs pos="8850">
                      <a:schemeClr val="tx1"/>
                    </a:gs>
                    <a:gs pos="23894">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9321617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1" y="1186357"/>
            <a:ext cx="8067822" cy="1158793"/>
          </a:xfrm>
          <a:noFill/>
        </p:spPr>
        <p:txBody>
          <a:bodyPr wrap="square" tIns="91440" bIns="91440" anchor="t" anchorCtr="0">
            <a:spAutoFit/>
          </a:bodyPr>
          <a:lstStyle>
            <a:lvl1pPr>
              <a:defRPr sz="7056" spc="-98" baseline="0">
                <a:gradFill>
                  <a:gsLst>
                    <a:gs pos="10619">
                      <a:schemeClr val="tx1"/>
                    </a:gs>
                    <a:gs pos="26549">
                      <a:schemeClr val="tx1"/>
                    </a:gs>
                  </a:gsLst>
                  <a:lin ang="5400000" scaled="0"/>
                </a:gradFill>
              </a:defRPr>
            </a:lvl1pPr>
          </a:lstStyle>
          <a:p>
            <a:r>
              <a:rPr lang="en-US"/>
              <a:t>Video title</a:t>
            </a:r>
          </a:p>
        </p:txBody>
      </p:sp>
    </p:spTree>
    <p:extLst>
      <p:ext uri="{BB962C8B-B14F-4D97-AF65-F5344CB8AC3E}">
        <p14:creationId xmlns:p14="http://schemas.microsoft.com/office/powerpoint/2010/main" val="6378984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16079276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13947922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2" y="1217195"/>
            <a:ext cx="5378548" cy="1973570"/>
          </a:xfrm>
        </p:spPr>
        <p:txBody>
          <a:bodyPr>
            <a:spAutoFit/>
          </a:bodyPr>
          <a:lstStyle>
            <a:lvl1pPr>
              <a:defRPr sz="6469" baseline="0">
                <a:gradFill>
                  <a:gsLst>
                    <a:gs pos="1250">
                      <a:schemeClr val="tx1"/>
                    </a:gs>
                    <a:gs pos="100000">
                      <a:schemeClr val="tx1"/>
                    </a:gs>
                  </a:gsLst>
                  <a:lin ang="5400000" scaled="0"/>
                </a:gradFill>
              </a:defRPr>
            </a:lvl1pPr>
          </a:lstStyle>
          <a:p>
            <a:r>
              <a:rPr lang="en-US"/>
              <a:t>50/50 photo layout</a:t>
            </a:r>
          </a:p>
        </p:txBody>
      </p:sp>
      <p:sp>
        <p:nvSpPr>
          <p:cNvPr id="5" name="Picture Placeholder 4"/>
          <p:cNvSpPr>
            <a:spLocks noGrp="1"/>
          </p:cNvSpPr>
          <p:nvPr>
            <p:ph type="pic" sz="quarter" idx="10"/>
          </p:nvPr>
        </p:nvSpPr>
        <p:spPr bwMode="ltGray">
          <a:xfrm>
            <a:off x="6097556" y="0"/>
            <a:ext cx="6094444" cy="6856100"/>
          </a:xfrm>
          <a:blipFill>
            <a:blip r:embed="rId2"/>
            <a:stretch>
              <a:fillRect/>
            </a:stretch>
          </a:blipFill>
        </p:spPr>
        <p:txBody>
          <a:bodyPr tIns="548640" anchor="ctr" anchorCtr="0">
            <a:noAutofit/>
          </a:bodyPr>
          <a:lstStyle>
            <a:lvl1pPr marL="0" indent="0" algn="ctr">
              <a:buNone/>
              <a:defRPr sz="1567"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369230011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Accent Color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490138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0774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189176"/>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5" tIns="45715" rIns="45715" bIns="45715" numCol="1" spcCol="0" rtlCol="0" fromWordArt="0" anchor="ctr" anchorCtr="0" forceAA="0" compatLnSpc="1">
            <a:prstTxWarp prst="textNoShape">
              <a:avLst/>
            </a:prstTxWarp>
            <a:noAutofit/>
          </a:bodyPr>
          <a:lstStyle/>
          <a:p>
            <a:pPr algn="ctr" defTabSz="913927" fontAlgn="base">
              <a:spcBef>
                <a:spcPct val="0"/>
              </a:spcBef>
              <a:spcAft>
                <a:spcPct val="0"/>
              </a:spcAft>
            </a:pPr>
            <a:endParaRPr lang="en-US" sz="1765">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69239" y="1197323"/>
            <a:ext cx="11653522" cy="1956973"/>
          </a:xfrm>
        </p:spPr>
        <p:txBody>
          <a:bodyPr/>
          <a:lstStyle>
            <a:lvl1pPr marL="0" indent="0">
              <a:buNone/>
              <a:defRPr sz="3234">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661"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2979"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36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0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099129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69239" y="6171617"/>
            <a:ext cx="11653522" cy="395317"/>
          </a:xfrm>
          <a:prstGeom prst="rect">
            <a:avLst/>
          </a:prstGeom>
          <a:noFill/>
          <a:ln w="12700">
            <a:noFill/>
            <a:miter lim="800000"/>
            <a:headEnd type="none" w="sm" len="sm"/>
            <a:tailEnd type="none" w="sm" len="sm"/>
          </a:ln>
          <a:effectLst/>
        </p:spPr>
        <p:txBody>
          <a:bodyPr vert="horz" wrap="square" lIns="179259" tIns="143407" rIns="179259" bIns="143407" numCol="1" anchor="t" anchorCtr="0" compatLnSpc="1">
            <a:prstTxWarp prst="textNoShape">
              <a:avLst/>
            </a:prstTxWarp>
            <a:spAutoFit/>
          </a:bodyPr>
          <a:lstStyle/>
          <a:p>
            <a:pPr defTabSz="913748" eaLnBrk="0" hangingPunct="0"/>
            <a:r>
              <a:rPr lang="en-US" sz="686">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b="1380"/>
          <a:stretch/>
        </p:blipFill>
        <p:spPr bwMode="invGray">
          <a:xfrm>
            <a:off x="448213" y="470067"/>
            <a:ext cx="1421436" cy="300619"/>
          </a:xfrm>
          <a:prstGeom prst="rect">
            <a:avLst/>
          </a:prstGeom>
        </p:spPr>
      </p:pic>
    </p:spTree>
    <p:extLst>
      <p:ext uri="{BB962C8B-B14F-4D97-AF65-F5344CB8AC3E}">
        <p14:creationId xmlns:p14="http://schemas.microsoft.com/office/powerpoint/2010/main" val="31480755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40" y="1189178"/>
            <a:ext cx="11653523" cy="2396047"/>
          </a:xfrm>
          <a:prstGeom prst="rect">
            <a:avLst/>
          </a:prstGeom>
        </p:spPr>
        <p:txBody>
          <a:bodyPr/>
          <a:lstStyle>
            <a:lvl1pPr marL="284735" indent="-284735">
              <a:buClr>
                <a:schemeClr val="tx1"/>
              </a:buClr>
              <a:buSzPct val="90000"/>
              <a:buFont typeface="Arial" pitchFamily="34" charset="0"/>
              <a:buChar char="•"/>
              <a:defRPr sz="3528">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134" indent="-275401">
              <a:buClr>
                <a:schemeClr val="tx1"/>
              </a:buClr>
              <a:buSzPct val="90000"/>
              <a:buFont typeface="Arial" pitchFamily="34" charset="0"/>
              <a:buChar char="•"/>
              <a:defRPr sz="3136">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4869" indent="-284735">
              <a:buClr>
                <a:schemeClr val="tx1"/>
              </a:buClr>
              <a:buSzPct val="90000"/>
              <a:buFont typeface="Arial" pitchFamily="34" charset="0"/>
              <a:buChar char="•"/>
              <a:defRPr sz="2745">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8923" indent="-224054">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2976" indent="-224054">
              <a:buClr>
                <a:schemeClr val="tx1"/>
              </a:buClr>
              <a:buSzPct val="90000"/>
              <a:buFont typeface="Arial" pitchFamily="34" charset="0"/>
              <a:buChar char="•"/>
              <a:defRPr sz="196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2" y="6238876"/>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26"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119588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EC25F1-B0F0-4A53-A4A3-237320C73A19}"/>
              </a:ext>
            </a:extLst>
          </p:cNvPr>
          <p:cNvSpPr>
            <a:spLocks noGrp="1"/>
          </p:cNvSpPr>
          <p:nvPr>
            <p:ph type="title"/>
          </p:nvPr>
        </p:nvSpPr>
        <p:spPr/>
        <p:txBody>
          <a:bodyPr/>
          <a:lstStyle>
            <a:lvl1pPr algn="ctr">
              <a:defRPr sz="5398"/>
            </a:lvl1pPr>
          </a:lstStyle>
          <a:p>
            <a:r>
              <a:rPr lang="en-US"/>
              <a:t>Click to edit Master title style</a:t>
            </a:r>
          </a:p>
        </p:txBody>
      </p:sp>
      <p:sp>
        <p:nvSpPr>
          <p:cNvPr id="4" name="Content Placeholder 3">
            <a:extLst>
              <a:ext uri="{FF2B5EF4-FFF2-40B4-BE49-F238E27FC236}">
                <a16:creationId xmlns:a16="http://schemas.microsoft.com/office/drawing/2014/main" xmlns="" id="{EC3C21CD-C154-49D9-99A3-545CA1BD9C76}"/>
              </a:ext>
            </a:extLst>
          </p:cNvPr>
          <p:cNvSpPr>
            <a:spLocks noGrp="1"/>
          </p:cNvSpPr>
          <p:nvPr>
            <p:ph sz="quarter" idx="10"/>
          </p:nvPr>
        </p:nvSpPr>
        <p:spPr>
          <a:xfrm>
            <a:off x="1409700" y="2533650"/>
            <a:ext cx="8248650" cy="794064"/>
          </a:xfrm>
        </p:spPr>
        <p:txBody>
          <a:bodyPr/>
          <a:lstStyle>
            <a:lvl1pPr marL="0" indent="0" algn="ctr">
              <a:buNone/>
              <a:defRPr sz="4400"/>
            </a:lvl1pPr>
          </a:lstStyle>
          <a:p>
            <a:pPr lvl="0"/>
            <a:r>
              <a:rPr lang="en-US"/>
              <a:t>Edit Master text</a:t>
            </a:r>
          </a:p>
        </p:txBody>
      </p:sp>
      <p:sp>
        <p:nvSpPr>
          <p:cNvPr id="5" name="Content Placeholder 4">
            <a:extLst>
              <a:ext uri="{FF2B5EF4-FFF2-40B4-BE49-F238E27FC236}">
                <a16:creationId xmlns:a16="http://schemas.microsoft.com/office/drawing/2014/main" xmlns="" id="{2C5510C7-2ACA-40ED-BEC0-BE055E1C53D6}"/>
              </a:ext>
            </a:extLst>
          </p:cNvPr>
          <p:cNvSpPr>
            <a:spLocks noGrp="1"/>
          </p:cNvSpPr>
          <p:nvPr>
            <p:ph sz="quarter" idx="11"/>
          </p:nvPr>
        </p:nvSpPr>
        <p:spPr>
          <a:xfrm>
            <a:off x="895352" y="5581650"/>
            <a:ext cx="7924800" cy="727700"/>
          </a:xfrm>
        </p:spPr>
        <p:txBody>
          <a:bodyPr/>
          <a:lstStyle>
            <a:lvl1pPr marL="0" indent="0">
              <a:buNone/>
              <a:defRPr/>
            </a:lvl1pPr>
          </a:lstStyle>
          <a:p>
            <a:pPr lvl="0"/>
            <a:r>
              <a:rPr lang="en-US"/>
              <a:t>Edit Master text</a:t>
            </a:r>
          </a:p>
        </p:txBody>
      </p:sp>
      <p:sp>
        <p:nvSpPr>
          <p:cNvPr id="6" name="Content Placeholder 5">
            <a:extLst>
              <a:ext uri="{FF2B5EF4-FFF2-40B4-BE49-F238E27FC236}">
                <a16:creationId xmlns:a16="http://schemas.microsoft.com/office/drawing/2014/main" xmlns="" id="{3C9C118B-823A-45B3-A387-3231C70DD382}"/>
              </a:ext>
            </a:extLst>
          </p:cNvPr>
          <p:cNvSpPr>
            <a:spLocks noGrp="1"/>
          </p:cNvSpPr>
          <p:nvPr>
            <p:ph sz="quarter" idx="12"/>
          </p:nvPr>
        </p:nvSpPr>
        <p:spPr>
          <a:xfrm>
            <a:off x="3505200" y="3790952"/>
            <a:ext cx="4895850" cy="727700"/>
          </a:xfrm>
        </p:spPr>
        <p:txBody>
          <a:bodyPr/>
          <a:lstStyle>
            <a:lvl1pPr marL="0" indent="0">
              <a:buNone/>
              <a:defRPr/>
            </a:lvl1pPr>
          </a:lstStyle>
          <a:p>
            <a:pPr lvl="0"/>
            <a:r>
              <a:rPr lang="en-US"/>
              <a:t>Edit Master text</a:t>
            </a:r>
          </a:p>
        </p:txBody>
      </p:sp>
    </p:spTree>
    <p:extLst>
      <p:ext uri="{BB962C8B-B14F-4D97-AF65-F5344CB8AC3E}">
        <p14:creationId xmlns:p14="http://schemas.microsoft.com/office/powerpoint/2010/main" val="233029096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Blank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B16A13F-E15E-4491-AE9D-4566EB8391BD}"/>
              </a:ext>
            </a:extLst>
          </p:cNvPr>
          <p:cNvSpPr>
            <a:spLocks noGrp="1"/>
          </p:cNvSpPr>
          <p:nvPr>
            <p:ph sz="quarter" idx="10"/>
          </p:nvPr>
        </p:nvSpPr>
        <p:spPr>
          <a:xfrm>
            <a:off x="228602" y="5295900"/>
            <a:ext cx="3124200" cy="794064"/>
          </a:xfrm>
        </p:spPr>
        <p:txBody>
          <a:bodyPr/>
          <a:lstStyle>
            <a:lvl1pPr marL="0" indent="0">
              <a:buNone/>
              <a:defRPr sz="4400"/>
            </a:lvl1pPr>
          </a:lstStyle>
          <a:p>
            <a:pPr lvl="0"/>
            <a:r>
              <a:rPr lang="en-US"/>
              <a:t>Edit</a:t>
            </a:r>
          </a:p>
        </p:txBody>
      </p:sp>
      <p:sp>
        <p:nvSpPr>
          <p:cNvPr id="5" name="Content Placeholder 4">
            <a:extLst>
              <a:ext uri="{FF2B5EF4-FFF2-40B4-BE49-F238E27FC236}">
                <a16:creationId xmlns:a16="http://schemas.microsoft.com/office/drawing/2014/main" xmlns="" id="{CBBC62FA-4BEA-4FF3-A2B3-1DA8658977FF}"/>
              </a:ext>
            </a:extLst>
          </p:cNvPr>
          <p:cNvSpPr>
            <a:spLocks noGrp="1"/>
          </p:cNvSpPr>
          <p:nvPr>
            <p:ph sz="quarter" idx="11"/>
          </p:nvPr>
        </p:nvSpPr>
        <p:spPr>
          <a:xfrm>
            <a:off x="4038600" y="5295900"/>
            <a:ext cx="3314700" cy="794064"/>
          </a:xfrm>
        </p:spPr>
        <p:txBody>
          <a:bodyPr/>
          <a:lstStyle>
            <a:lvl1pPr marL="0" indent="0">
              <a:buNone/>
              <a:defRPr sz="4400"/>
            </a:lvl1pPr>
          </a:lstStyle>
          <a:p>
            <a:pPr lvl="0"/>
            <a:r>
              <a:rPr lang="en-US"/>
              <a:t>Edit</a:t>
            </a:r>
          </a:p>
        </p:txBody>
      </p:sp>
      <p:sp>
        <p:nvSpPr>
          <p:cNvPr id="7" name="Content Placeholder 6">
            <a:extLst>
              <a:ext uri="{FF2B5EF4-FFF2-40B4-BE49-F238E27FC236}">
                <a16:creationId xmlns:a16="http://schemas.microsoft.com/office/drawing/2014/main" xmlns="" id="{7D694411-F8AF-48D1-9759-FAE44F33671B}"/>
              </a:ext>
            </a:extLst>
          </p:cNvPr>
          <p:cNvSpPr>
            <a:spLocks noGrp="1"/>
          </p:cNvSpPr>
          <p:nvPr>
            <p:ph sz="quarter" idx="12"/>
          </p:nvPr>
        </p:nvSpPr>
        <p:spPr>
          <a:xfrm>
            <a:off x="8039102" y="5295900"/>
            <a:ext cx="3352800" cy="794064"/>
          </a:xfrm>
        </p:spPr>
        <p:txBody>
          <a:bodyPr/>
          <a:lstStyle>
            <a:lvl1pPr marL="0" indent="0">
              <a:buNone/>
              <a:defRPr sz="4400"/>
            </a:lvl1pPr>
          </a:lstStyle>
          <a:p>
            <a:pPr lvl="0"/>
            <a:r>
              <a:rPr lang="en-US"/>
              <a:t>Edit</a:t>
            </a:r>
          </a:p>
        </p:txBody>
      </p:sp>
      <p:sp>
        <p:nvSpPr>
          <p:cNvPr id="2" name="Title 1">
            <a:extLst>
              <a:ext uri="{FF2B5EF4-FFF2-40B4-BE49-F238E27FC236}">
                <a16:creationId xmlns:a16="http://schemas.microsoft.com/office/drawing/2014/main" xmlns="" id="{D0DDB638-27E6-4E85-86DC-ABFBBF0ACB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88852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20519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20519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C2C3A1E-7DB0-4D15-B942-866AAE1D1596}" type="datetimeFigureOut">
              <a:rPr lang="en-US" smtClean="0"/>
              <a:t>12/10/2017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C2AC2-6E60-4D74-9D46-D44982EA3A2A}" type="slidenum">
              <a:rPr lang="en-US" smtClean="0"/>
              <a:t>‹#›</a:t>
            </a:fld>
            <a:endParaRPr lang="en-US"/>
          </a:p>
        </p:txBody>
      </p:sp>
    </p:spTree>
    <p:extLst>
      <p:ext uri="{BB962C8B-B14F-4D97-AF65-F5344CB8AC3E}">
        <p14:creationId xmlns:p14="http://schemas.microsoft.com/office/powerpoint/2010/main" val="39109415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519249" y="228600"/>
            <a:ext cx="11151917" cy="567848"/>
          </a:xfrm>
        </p:spPr>
        <p:txBody>
          <a:bodyPr/>
          <a:lstStyle/>
          <a:p>
            <a:r>
              <a:rPr lang="en-US"/>
              <a:t>Click to edit Master title style</a:t>
            </a:r>
          </a:p>
        </p:txBody>
      </p:sp>
      <p:sp>
        <p:nvSpPr>
          <p:cNvPr id="5" name="Text Placeholder 4"/>
          <p:cNvSpPr>
            <a:spLocks noGrp="1"/>
          </p:cNvSpPr>
          <p:nvPr>
            <p:ph type="body" sz="quarter" idx="10"/>
          </p:nvPr>
        </p:nvSpPr>
        <p:spPr>
          <a:xfrm>
            <a:off x="519249" y="1447802"/>
            <a:ext cx="11151917" cy="1855441"/>
          </a:xfrm>
        </p:spPr>
        <p:txBody>
          <a:bodyPr/>
          <a:lstStyle>
            <a:lvl1pPr>
              <a:defRPr sz="28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153158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with NDA and logo">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4500" y="6412500"/>
            <a:ext cx="320702" cy="32070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3600" y="6436073"/>
            <a:ext cx="1006404" cy="271729"/>
          </a:xfrm>
          <a:prstGeom prst="rect">
            <a:avLst/>
          </a:prstGeom>
          <a:noFill/>
        </p:spPr>
      </p:pic>
    </p:spTree>
    <p:extLst>
      <p:ext uri="{BB962C8B-B14F-4D97-AF65-F5344CB8AC3E}">
        <p14:creationId xmlns:p14="http://schemas.microsoft.com/office/powerpoint/2010/main" val="22412087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Content slide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4"/>
          <p:cNvSpPr>
            <a:spLocks noGrp="1"/>
          </p:cNvSpPr>
          <p:nvPr>
            <p:ph sz="quarter" idx="11"/>
          </p:nvPr>
        </p:nvSpPr>
        <p:spPr>
          <a:xfrm>
            <a:off x="838200" y="1167844"/>
            <a:ext cx="10097919" cy="2414153"/>
          </a:xfrm>
        </p:spPr>
        <p:txBody>
          <a:bodyPr/>
          <a:lstStyle>
            <a:lvl1pPr marL="349183" indent="-349183">
              <a:lnSpc>
                <a:spcPct val="150000"/>
              </a:lnSpc>
              <a:buClrTx/>
              <a:defRPr/>
            </a:lvl1pPr>
            <a:lvl2pPr marL="685668" indent="-228556">
              <a:buClrTx/>
              <a:defRPr/>
            </a:lvl2pPr>
            <a:lvl3pPr marL="914225" indent="-168243">
              <a:buClrTx/>
              <a:defRPr/>
            </a:lvl3pPr>
            <a:lvl4pPr marL="1082467" indent="-171417">
              <a:buClrTx/>
              <a:defRPr/>
            </a:lvl4pPr>
            <a:lvl5pPr marL="1311023" indent="-155545">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4500" y="6412500"/>
            <a:ext cx="320702" cy="320702"/>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3600" y="6436073"/>
            <a:ext cx="1006404" cy="271729"/>
          </a:xfrm>
          <a:prstGeom prst="rect">
            <a:avLst/>
          </a:prstGeom>
          <a:noFill/>
        </p:spPr>
      </p:pic>
    </p:spTree>
    <p:extLst>
      <p:ext uri="{BB962C8B-B14F-4D97-AF65-F5344CB8AC3E}">
        <p14:creationId xmlns:p14="http://schemas.microsoft.com/office/powerpoint/2010/main" val="36406430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Content Slide (no bullet)">
    <p:spTree>
      <p:nvGrpSpPr>
        <p:cNvPr id="1" name=""/>
        <p:cNvGrpSpPr/>
        <p:nvPr/>
      </p:nvGrpSpPr>
      <p:grpSpPr>
        <a:xfrm>
          <a:off x="0" y="0"/>
          <a:ext cx="0" cy="0"/>
          <a:chOff x="0" y="0"/>
          <a:chExt cx="0" cy="0"/>
        </a:xfrm>
      </p:grpSpPr>
      <p:sp>
        <p:nvSpPr>
          <p:cNvPr id="5" name="Content Placeholder 4"/>
          <p:cNvSpPr>
            <a:spLocks noGrp="1"/>
          </p:cNvSpPr>
          <p:nvPr>
            <p:ph sz="quarter" idx="11"/>
          </p:nvPr>
        </p:nvSpPr>
        <p:spPr>
          <a:xfrm>
            <a:off x="746373" y="1152604"/>
            <a:ext cx="10153650" cy="2414153"/>
          </a:xfrm>
        </p:spPr>
        <p:txBody>
          <a:bodyPr/>
          <a:lstStyle>
            <a:lvl1pPr>
              <a:lnSpc>
                <a:spcPct val="15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4500" y="6412500"/>
            <a:ext cx="320702" cy="320702"/>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3600" y="6436073"/>
            <a:ext cx="1006404" cy="271729"/>
          </a:xfrm>
          <a:prstGeom prst="rect">
            <a:avLst/>
          </a:prstGeom>
          <a:noFill/>
        </p:spPr>
      </p:pic>
    </p:spTree>
    <p:extLst>
      <p:ext uri="{BB962C8B-B14F-4D97-AF65-F5344CB8AC3E}">
        <p14:creationId xmlns:p14="http://schemas.microsoft.com/office/powerpoint/2010/main" val="17566666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69304" y="1187644"/>
            <a:ext cx="11655078" cy="20519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095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69304" y="1187644"/>
            <a:ext cx="11655078" cy="20519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4877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0" y="1189177"/>
            <a:ext cx="11653523" cy="2052030"/>
          </a:xfrm>
        </p:spPr>
        <p:txBody>
          <a:bodyPr>
            <a:spAutoFit/>
          </a:bodyPr>
          <a:lstStyle>
            <a:lvl1pPr>
              <a:defRPr sz="392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3952239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69304" y="1187644"/>
            <a:ext cx="11655078" cy="20519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5208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69304" y="1187644"/>
            <a:ext cx="11655078" cy="20519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6106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69242" y="1189178"/>
            <a:ext cx="11653521" cy="2052030"/>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p:cNvGrpSpPr/>
          <p:nvPr userDrawn="1"/>
        </p:nvGrpSpPr>
        <p:grpSpPr>
          <a:xfrm>
            <a:off x="12370902" y="-8231"/>
            <a:ext cx="936855" cy="5662635"/>
            <a:chOff x="12618967" y="-8396"/>
            <a:chExt cx="955641" cy="5775363"/>
          </a:xfrm>
        </p:grpSpPr>
        <p:grpSp>
          <p:nvGrpSpPr>
            <p:cNvPr id="26" name="Group 25"/>
            <p:cNvGrpSpPr/>
            <p:nvPr userDrawn="1"/>
          </p:nvGrpSpPr>
          <p:grpSpPr>
            <a:xfrm rot="5400000">
              <a:off x="11584220" y="1040742"/>
              <a:ext cx="2698730" cy="629236"/>
              <a:chOff x="1584344" y="4543426"/>
              <a:chExt cx="2698730" cy="629236"/>
            </a:xfrm>
          </p:grpSpPr>
          <p:sp>
            <p:nvSpPr>
              <p:cNvPr id="37" name="Rectangle 36"/>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13927" fontAlgn="base">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Oragen</a:t>
                </a:r>
              </a:p>
              <a:p>
                <a:pPr algn="l" defTabSz="913927" fontAlgn="base">
                  <a:lnSpc>
                    <a:spcPct val="100000"/>
                  </a:lnSpc>
                  <a:spcBef>
                    <a:spcPct val="0"/>
                  </a:spcBef>
                  <a:spcAft>
                    <a:spcPct val="0"/>
                  </a:spcAft>
                </a:pPr>
                <a:r>
                  <a:rPr lang="en-US" sz="490">
                    <a:gradFill>
                      <a:gsLst>
                        <a:gs pos="0">
                          <a:srgbClr val="FFFFFF"/>
                        </a:gs>
                        <a:gs pos="100000">
                          <a:srgbClr val="FFFFFF"/>
                        </a:gs>
                      </a:gsLst>
                      <a:lin ang="5400000" scaled="0"/>
                    </a:gradFill>
                    <a:ea typeface="Segoe UI" pitchFamily="34" charset="0"/>
                    <a:cs typeface="Segoe UI" pitchFamily="34" charset="0"/>
                  </a:rPr>
                  <a:t>R:</a:t>
                </a:r>
                <a:r>
                  <a:rPr lang="en-US" sz="490" baseline="0">
                    <a:gradFill>
                      <a:gsLst>
                        <a:gs pos="0">
                          <a:srgbClr val="FFFFFF"/>
                        </a:gs>
                        <a:gs pos="100000">
                          <a:srgbClr val="FFFFFF"/>
                        </a:gs>
                      </a:gsLst>
                      <a:lin ang="5400000" scaled="0"/>
                    </a:gradFill>
                    <a:ea typeface="Segoe UI" pitchFamily="34" charset="0"/>
                    <a:cs typeface="Segoe UI" pitchFamily="34" charset="0"/>
                  </a:rPr>
                  <a:t>216 G:59 B:1</a:t>
                </a:r>
                <a:endParaRPr lang="en-US" sz="49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userDrawn="1"/>
            </p:nvSpPr>
            <p:spPr bwMode="auto">
              <a:xfrm>
                <a:off x="2505456" y="4543427"/>
                <a:ext cx="869930" cy="28976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13927" fontAlgn="base">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Blue</a:t>
                </a:r>
              </a:p>
              <a:p>
                <a:pPr marL="0" algn="l" defTabSz="913927" rtl="0" eaLnBrk="1" fontAlgn="base" latinLnBrk="0" hangingPunct="1">
                  <a:lnSpc>
                    <a:spcPct val="100000"/>
                  </a:lnSpc>
                  <a:spcBef>
                    <a:spcPct val="0"/>
                  </a:spcBef>
                  <a:spcAft>
                    <a:spcPct val="0"/>
                  </a:spcAft>
                </a:pPr>
                <a:r>
                  <a:rPr lang="en-US" sz="490" kern="1200">
                    <a:gradFill>
                      <a:gsLst>
                        <a:gs pos="2092">
                          <a:srgbClr val="F8F8F8"/>
                        </a:gs>
                        <a:gs pos="10042">
                          <a:srgbClr val="F8F8F8"/>
                        </a:gs>
                      </a:gsLst>
                      <a:lin ang="5400000" scaled="0"/>
                    </a:gradFill>
                    <a:latin typeface="+mn-lt"/>
                    <a:ea typeface="Segoe UI" pitchFamily="34" charset="0"/>
                    <a:cs typeface="Segoe UI" pitchFamily="34" charset="0"/>
                  </a:rPr>
                  <a:t>R:0 G:120 B:215</a:t>
                </a:r>
              </a:p>
            </p:txBody>
          </p:sp>
          <p:sp>
            <p:nvSpPr>
              <p:cNvPr id="42" name="Rectangle 41"/>
              <p:cNvSpPr/>
              <p:nvPr userDrawn="1"/>
            </p:nvSpPr>
            <p:spPr bwMode="auto">
              <a:xfrm>
                <a:off x="3413144"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Dark Gray</a:t>
                </a:r>
              </a:p>
              <a:p>
                <a:pPr marL="0" algn="l" defTabSz="913927" rtl="0" eaLnBrk="1" fontAlgn="base" latinLnBrk="0" hangingPunct="1">
                  <a:lnSpc>
                    <a:spcPct val="100000"/>
                  </a:lnSpc>
                  <a:spcBef>
                    <a:spcPct val="0"/>
                  </a:spcBef>
                  <a:spcAft>
                    <a:spcPct val="0"/>
                  </a:spcAft>
                </a:pPr>
                <a:r>
                  <a:rPr lang="en-US" sz="490" kern="1200">
                    <a:gradFill>
                      <a:gsLst>
                        <a:gs pos="2092">
                          <a:srgbClr val="F8F8F8"/>
                        </a:gs>
                        <a:gs pos="10042">
                          <a:srgbClr val="F8F8F8"/>
                        </a:gs>
                      </a:gsLst>
                      <a:lin ang="5400000" scaled="0"/>
                    </a:gradFill>
                    <a:latin typeface="+mn-lt"/>
                    <a:ea typeface="Segoe UI" pitchFamily="34" charset="0"/>
                    <a:cs typeface="Segoe UI" pitchFamily="34" charset="0"/>
                  </a:rPr>
                  <a:t>R:80 G:80 B:80</a:t>
                </a:r>
              </a:p>
            </p:txBody>
          </p:sp>
          <p:sp>
            <p:nvSpPr>
              <p:cNvPr id="43" name="Rectangle 42"/>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37168">
                          <a:srgbClr val="292929"/>
                        </a:gs>
                        <a:gs pos="72000">
                          <a:srgbClr val="292929"/>
                        </a:gs>
                      </a:gsLst>
                      <a:lin ang="5400000" scaled="0"/>
                    </a:gradFill>
                    <a:latin typeface="+mn-lt"/>
                    <a:ea typeface="Segoe UI" pitchFamily="34" charset="0"/>
                    <a:cs typeface="Segoe UI" pitchFamily="34" charset="0"/>
                  </a:rPr>
                  <a:t>Yellow</a:t>
                </a:r>
              </a:p>
              <a:p>
                <a:pPr marL="0" algn="l" defTabSz="913927" rtl="0" eaLnBrk="1" fontAlgn="base" latinLnBrk="0" hangingPunct="1">
                  <a:lnSpc>
                    <a:spcPct val="100000"/>
                  </a:lnSpc>
                  <a:spcBef>
                    <a:spcPct val="0"/>
                  </a:spcBef>
                  <a:spcAft>
                    <a:spcPct val="0"/>
                  </a:spcAft>
                </a:pPr>
                <a:r>
                  <a:rPr lang="en-US" sz="490" kern="1200">
                    <a:gradFill>
                      <a:gsLst>
                        <a:gs pos="37168">
                          <a:srgbClr val="292929"/>
                        </a:gs>
                        <a:gs pos="72000">
                          <a:srgbClr val="292929"/>
                        </a:gs>
                      </a:gsLst>
                      <a:lin ang="5400000" scaled="0"/>
                    </a:gradFill>
                    <a:latin typeface="+mn-lt"/>
                    <a:ea typeface="Segoe UI" pitchFamily="34" charset="0"/>
                    <a:cs typeface="Segoe UI" pitchFamily="34" charset="0"/>
                  </a:rPr>
                  <a:t>R:255 G:185 B:0</a:t>
                </a:r>
              </a:p>
            </p:txBody>
          </p:sp>
          <p:sp>
            <p:nvSpPr>
              <p:cNvPr id="44" name="Rectangle 43"/>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37168">
                          <a:srgbClr val="292929"/>
                        </a:gs>
                        <a:gs pos="72000">
                          <a:srgbClr val="292929"/>
                        </a:gs>
                      </a:gsLst>
                      <a:lin ang="5400000" scaled="0"/>
                    </a:gradFill>
                    <a:latin typeface="+mn-lt"/>
                    <a:ea typeface="Segoe UI" pitchFamily="34" charset="0"/>
                    <a:cs typeface="Segoe UI" pitchFamily="34" charset="0"/>
                  </a:rPr>
                  <a:t>Light Orange</a:t>
                </a:r>
              </a:p>
              <a:p>
                <a:pPr marL="0" algn="l" defTabSz="913927" rtl="0" eaLnBrk="1" fontAlgn="base" latinLnBrk="0" hangingPunct="1">
                  <a:lnSpc>
                    <a:spcPct val="100000"/>
                  </a:lnSpc>
                  <a:spcBef>
                    <a:spcPct val="0"/>
                  </a:spcBef>
                  <a:spcAft>
                    <a:spcPct val="0"/>
                  </a:spcAft>
                </a:pPr>
                <a:r>
                  <a:rPr lang="en-US" sz="490" kern="1200">
                    <a:gradFill>
                      <a:gsLst>
                        <a:gs pos="37168">
                          <a:srgbClr val="292929"/>
                        </a:gs>
                        <a:gs pos="72000">
                          <a:srgbClr val="292929"/>
                        </a:gs>
                      </a:gsLst>
                      <a:lin ang="5400000" scaled="0"/>
                    </a:gradFill>
                    <a:latin typeface="+mn-lt"/>
                    <a:ea typeface="Segoe UI" pitchFamily="34" charset="0"/>
                    <a:cs typeface="Segoe UI" pitchFamily="34" charset="0"/>
                  </a:rPr>
                  <a:t>R:255 G:140 B:0</a:t>
                </a:r>
              </a:p>
            </p:txBody>
          </p:sp>
          <p:sp>
            <p:nvSpPr>
              <p:cNvPr id="45" name="Rectangle 44"/>
              <p:cNvSpPr/>
              <p:nvPr userDrawn="1"/>
            </p:nvSpPr>
            <p:spPr bwMode="auto">
              <a:xfrm>
                <a:off x="1584344" y="4882896"/>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37168">
                          <a:srgbClr val="292929"/>
                        </a:gs>
                        <a:gs pos="72000">
                          <a:srgbClr val="292929"/>
                        </a:gs>
                      </a:gsLst>
                      <a:lin ang="5400000" scaled="0"/>
                    </a:gradFill>
                    <a:latin typeface="+mn-lt"/>
                    <a:ea typeface="Segoe UI" pitchFamily="34" charset="0"/>
                    <a:cs typeface="Segoe UI" pitchFamily="34" charset="0"/>
                  </a:rPr>
                  <a:t>Light Gray</a:t>
                </a:r>
              </a:p>
              <a:p>
                <a:pPr algn="l" defTabSz="913927" fontAlgn="base">
                  <a:lnSpc>
                    <a:spcPct val="100000"/>
                  </a:lnSpc>
                  <a:spcBef>
                    <a:spcPct val="0"/>
                  </a:spcBef>
                  <a:spcAft>
                    <a:spcPct val="0"/>
                  </a:spcAft>
                </a:pPr>
                <a:r>
                  <a:rPr lang="en-US" sz="490">
                    <a:gradFill>
                      <a:gsLst>
                        <a:gs pos="37168">
                          <a:srgbClr val="292929"/>
                        </a:gs>
                        <a:gs pos="72000">
                          <a:srgbClr val="292929"/>
                        </a:gs>
                      </a:gsLst>
                      <a:lin ang="5400000" scaled="0"/>
                    </a:gradFill>
                    <a:ea typeface="Segoe UI" pitchFamily="34" charset="0"/>
                    <a:cs typeface="Segoe UI" pitchFamily="34" charset="0"/>
                  </a:rPr>
                  <a:t>R:</a:t>
                </a:r>
                <a:r>
                  <a:rPr lang="en-US" sz="490" baseline="0">
                    <a:gradFill>
                      <a:gsLst>
                        <a:gs pos="37168">
                          <a:srgbClr val="292929"/>
                        </a:gs>
                        <a:gs pos="72000">
                          <a:srgbClr val="292929"/>
                        </a:gs>
                      </a:gsLst>
                      <a:lin ang="5400000" scaled="0"/>
                    </a:gradFill>
                    <a:ea typeface="Segoe UI" pitchFamily="34" charset="0"/>
                    <a:cs typeface="Segoe UI" pitchFamily="34" charset="0"/>
                  </a:rPr>
                  <a:t>210 G:210 B:210</a:t>
                </a:r>
                <a:endParaRPr lang="en-US" sz="490">
                  <a:gradFill>
                    <a:gsLst>
                      <a:gs pos="37168">
                        <a:srgbClr val="292929"/>
                      </a:gs>
                      <a:gs pos="72000">
                        <a:srgbClr val="292929"/>
                      </a:gs>
                    </a:gsLst>
                    <a:lin ang="5400000" scaled="0"/>
                  </a:gradFill>
                  <a:ea typeface="Segoe UI" pitchFamily="34" charset="0"/>
                  <a:cs typeface="Segoe UI" pitchFamily="34" charset="0"/>
                </a:endParaRPr>
              </a:p>
            </p:txBody>
          </p:sp>
        </p:grpSp>
        <p:sp>
          <p:nvSpPr>
            <p:cNvPr id="28" name="TextBox 27"/>
            <p:cNvSpPr txBox="1"/>
            <p:nvPr userDrawn="1"/>
          </p:nvSpPr>
          <p:spPr>
            <a:xfrm rot="5400000">
              <a:off x="12979639" y="256928"/>
              <a:ext cx="860293" cy="329645"/>
            </a:xfrm>
            <a:prstGeom prst="rect">
              <a:avLst/>
            </a:prstGeom>
            <a:noFill/>
          </p:spPr>
          <p:txBody>
            <a:bodyPr wrap="none" lIns="0" tIns="91440" rIns="182880" bIns="91440" rtlCol="0">
              <a:spAutoFit/>
            </a:bodyPr>
            <a:lstStyle/>
            <a:p>
              <a:pPr marL="0" algn="l" defTabSz="914192" rtl="0" eaLnBrk="1" latinLnBrk="0" hangingPunct="1">
                <a:lnSpc>
                  <a:spcPct val="90000"/>
                </a:lnSpc>
                <a:spcAft>
                  <a:spcPts val="588"/>
                </a:spcAft>
              </a:pPr>
              <a:r>
                <a:rPr lang="en-US" sz="980" kern="1200">
                  <a:gradFill>
                    <a:gsLst>
                      <a:gs pos="82301">
                        <a:srgbClr val="292929"/>
                      </a:gs>
                      <a:gs pos="62000">
                        <a:srgbClr val="292929"/>
                      </a:gs>
                    </a:gsLst>
                    <a:lin ang="5400000" scaled="0"/>
                  </a:gradFill>
                  <a:latin typeface="+mn-lt"/>
                  <a:ea typeface="+mn-ea"/>
                  <a:cs typeface="+mn-cs"/>
                </a:rPr>
                <a:t>Main colors</a:t>
              </a:r>
            </a:p>
          </p:txBody>
        </p:sp>
        <p:sp>
          <p:nvSpPr>
            <p:cNvPr id="32" name="TextBox 31"/>
            <p:cNvSpPr txBox="1"/>
            <p:nvPr userDrawn="1"/>
          </p:nvSpPr>
          <p:spPr>
            <a:xfrm rot="5400000">
              <a:off x="11746692" y="4228746"/>
              <a:ext cx="2647253" cy="326834"/>
            </a:xfrm>
            <a:prstGeom prst="rect">
              <a:avLst/>
            </a:prstGeom>
            <a:noFill/>
          </p:spPr>
          <p:txBody>
            <a:bodyPr wrap="none" lIns="0" tIns="91440" rIns="182880" bIns="91440" rtlCol="0">
              <a:spAutoFit/>
            </a:bodyPr>
            <a:lstStyle/>
            <a:p>
              <a:pPr marL="0" algn="l" defTabSz="914192" rtl="0" eaLnBrk="1" latinLnBrk="0" hangingPunct="1">
                <a:lnSpc>
                  <a:spcPct val="90000"/>
                </a:lnSpc>
                <a:spcAft>
                  <a:spcPts val="588"/>
                </a:spcAft>
              </a:pPr>
              <a:r>
                <a:rPr lang="en-US" sz="980" kern="1200">
                  <a:gradFill>
                    <a:gsLst>
                      <a:gs pos="82301">
                        <a:srgbClr val="292929"/>
                      </a:gs>
                      <a:gs pos="62000">
                        <a:srgbClr val="292929"/>
                      </a:gs>
                    </a:gsLst>
                    <a:lin ang="5400000" scaled="0"/>
                  </a:gradFill>
                  <a:latin typeface="+mn-lt"/>
                  <a:ea typeface="+mn-ea"/>
                  <a:cs typeface="+mn-cs"/>
                </a:rPr>
                <a:t>Secondary colors (use only when necessary)</a:t>
              </a:r>
            </a:p>
          </p:txBody>
        </p:sp>
        <p:sp>
          <p:nvSpPr>
            <p:cNvPr id="22" name="Rectangle 21"/>
            <p:cNvSpPr/>
            <p:nvPr userDrawn="1"/>
          </p:nvSpPr>
          <p:spPr bwMode="auto">
            <a:xfrm rot="5400000">
              <a:off x="12328888" y="5187119"/>
              <a:ext cx="869930" cy="289766"/>
            </a:xfrm>
            <a:prstGeom prst="rect">
              <a:avLst/>
            </a:prstGeom>
            <a:solidFill>
              <a:srgbClr val="A8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Dark Red</a:t>
              </a:r>
            </a:p>
            <a:p>
              <a:pPr algn="l" defTabSz="913927" fontAlgn="base">
                <a:lnSpc>
                  <a:spcPct val="100000"/>
                </a:lnSpc>
                <a:spcBef>
                  <a:spcPct val="0"/>
                </a:spcBef>
                <a:spcAft>
                  <a:spcPct val="0"/>
                </a:spcAft>
              </a:pPr>
              <a:r>
                <a:rPr lang="en-US" sz="490">
                  <a:gradFill>
                    <a:gsLst>
                      <a:gs pos="2092">
                        <a:srgbClr val="F8F8F8"/>
                      </a:gs>
                      <a:gs pos="10042">
                        <a:srgbClr val="F8F8F8"/>
                      </a:gs>
                    </a:gsLst>
                    <a:lin ang="5400000" scaled="0"/>
                  </a:gradFill>
                  <a:ea typeface="Segoe UI" pitchFamily="34" charset="0"/>
                  <a:cs typeface="Segoe UI" pitchFamily="34" charset="0"/>
                </a:rPr>
                <a:t>R:</a:t>
              </a:r>
              <a:r>
                <a:rPr lang="en-US" sz="490" baseline="0">
                  <a:gradFill>
                    <a:gsLst>
                      <a:gs pos="2092">
                        <a:srgbClr val="F8F8F8"/>
                      </a:gs>
                      <a:gs pos="10042">
                        <a:srgbClr val="F8F8F8"/>
                      </a:gs>
                    </a:gsLst>
                    <a:lin ang="5400000" scaled="0"/>
                  </a:gradFill>
                  <a:ea typeface="Segoe UI" pitchFamily="34" charset="0"/>
                  <a:cs typeface="Segoe UI" pitchFamily="34" charset="0"/>
                </a:rPr>
                <a:t>168 G:0 B:0</a:t>
              </a:r>
              <a:endParaRPr lang="en-US" sz="490">
                <a:gradFill>
                  <a:gsLst>
                    <a:gs pos="2092">
                      <a:srgbClr val="F8F8F8"/>
                    </a:gs>
                    <a:gs pos="10042">
                      <a:srgbClr val="F8F8F8"/>
                    </a:gs>
                  </a:gsLst>
                  <a:lin ang="5400000" scaled="0"/>
                </a:gradFill>
                <a:ea typeface="Segoe UI" pitchFamily="34" charset="0"/>
                <a:cs typeface="Segoe UI" pitchFamily="34" charset="0"/>
              </a:endParaRPr>
            </a:p>
          </p:txBody>
        </p:sp>
        <p:sp>
          <p:nvSpPr>
            <p:cNvPr id="23" name="Rectangle 22"/>
            <p:cNvSpPr/>
            <p:nvPr userDrawn="1"/>
          </p:nvSpPr>
          <p:spPr bwMode="auto">
            <a:xfrm rot="5400000">
              <a:off x="12328888" y="3353997"/>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Light Blue</a:t>
              </a:r>
            </a:p>
            <a:p>
              <a:pPr algn="l" defTabSz="913927" fontAlgn="base">
                <a:lnSpc>
                  <a:spcPct val="100000"/>
                </a:lnSpc>
                <a:spcBef>
                  <a:spcPct val="0"/>
                </a:spcBef>
                <a:spcAft>
                  <a:spcPct val="0"/>
                </a:spcAft>
              </a:pPr>
              <a:r>
                <a:rPr lang="en-US" sz="490">
                  <a:gradFill>
                    <a:gsLst>
                      <a:gs pos="2092">
                        <a:srgbClr val="F8F8F8"/>
                      </a:gs>
                      <a:gs pos="10042">
                        <a:srgbClr val="F8F8F8"/>
                      </a:gs>
                    </a:gsLst>
                    <a:lin ang="5400000" scaled="0"/>
                  </a:gradFill>
                  <a:ea typeface="Segoe UI" pitchFamily="34" charset="0"/>
                  <a:cs typeface="Segoe UI" pitchFamily="34" charset="0"/>
                </a:rPr>
                <a:t>R:16</a:t>
              </a:r>
              <a:r>
                <a:rPr lang="en-US" sz="490" baseline="0">
                  <a:gradFill>
                    <a:gsLst>
                      <a:gs pos="2092">
                        <a:srgbClr val="F8F8F8"/>
                      </a:gs>
                      <a:gs pos="10042">
                        <a:srgbClr val="F8F8F8"/>
                      </a:gs>
                    </a:gsLst>
                    <a:lin ang="5400000" scaled="0"/>
                  </a:gradFill>
                  <a:ea typeface="Segoe UI" pitchFamily="34" charset="0"/>
                  <a:cs typeface="Segoe UI" pitchFamily="34" charset="0"/>
                </a:rPr>
                <a:t> G:124 B:16</a:t>
              </a:r>
              <a:endParaRPr lang="en-US" sz="490">
                <a:gradFill>
                  <a:gsLst>
                    <a:gs pos="2092">
                      <a:srgbClr val="F8F8F8"/>
                    </a:gs>
                    <a:gs pos="10042">
                      <a:srgbClr val="F8F8F8"/>
                    </a:gs>
                  </a:gsLst>
                  <a:lin ang="5400000" scaled="0"/>
                </a:gradFill>
                <a:ea typeface="Segoe UI" pitchFamily="34" charset="0"/>
                <a:cs typeface="Segoe UI" pitchFamily="34" charset="0"/>
              </a:endParaRPr>
            </a:p>
          </p:txBody>
        </p:sp>
        <p:sp>
          <p:nvSpPr>
            <p:cNvPr id="24" name="Rectangle 23"/>
            <p:cNvSpPr/>
            <p:nvPr userDrawn="1"/>
          </p:nvSpPr>
          <p:spPr bwMode="auto">
            <a:xfrm rot="5400000">
              <a:off x="12328888" y="4272719"/>
              <a:ext cx="869930" cy="289766"/>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Dark Blue</a:t>
              </a:r>
            </a:p>
            <a:p>
              <a:pPr algn="l" defTabSz="913927" fontAlgn="base">
                <a:lnSpc>
                  <a:spcPct val="100000"/>
                </a:lnSpc>
                <a:spcBef>
                  <a:spcPct val="0"/>
                </a:spcBef>
                <a:spcAft>
                  <a:spcPct val="0"/>
                </a:spcAft>
              </a:pPr>
              <a:r>
                <a:rPr lang="en-US" sz="490">
                  <a:gradFill>
                    <a:gsLst>
                      <a:gs pos="2092">
                        <a:srgbClr val="F8F8F8"/>
                      </a:gs>
                      <a:gs pos="10042">
                        <a:srgbClr val="F8F8F8"/>
                      </a:gs>
                    </a:gsLst>
                    <a:lin ang="5400000" scaled="0"/>
                  </a:gradFill>
                  <a:ea typeface="Segoe UI" pitchFamily="34" charset="0"/>
                  <a:cs typeface="Segoe UI" pitchFamily="34" charset="0"/>
                </a:rPr>
                <a:t>R0 G32 B80</a:t>
              </a:r>
            </a:p>
          </p:txBody>
        </p:sp>
      </p:grpSp>
    </p:spTree>
    <p:extLst>
      <p:ext uri="{BB962C8B-B14F-4D97-AF65-F5344CB8AC3E}">
        <p14:creationId xmlns:p14="http://schemas.microsoft.com/office/powerpoint/2010/main" val="33764504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transition>
    <p:fade/>
  </p:transition>
  <p:txStyles>
    <p:titleStyle>
      <a:lvl1pPr algn="l" defTabSz="914192" rtl="0" eaLnBrk="1" latinLnBrk="0" hangingPunct="1">
        <a:lnSpc>
          <a:spcPct val="90000"/>
        </a:lnSpc>
        <a:spcBef>
          <a:spcPct val="0"/>
        </a:spcBef>
        <a:buNone/>
        <a:defRPr lang="en-US" sz="4704"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080" marR="0" indent="-336080" algn="l" defTabSz="914192" rtl="0" eaLnBrk="1" fontAlgn="auto" latinLnBrk="0" hangingPunct="1">
        <a:lnSpc>
          <a:spcPct val="90000"/>
        </a:lnSpc>
        <a:spcBef>
          <a:spcPct val="20000"/>
        </a:spcBef>
        <a:spcAft>
          <a:spcPts val="0"/>
        </a:spcAft>
        <a:buClrTx/>
        <a:buSzPct val="90000"/>
        <a:buFont typeface="Arial" pitchFamily="34" charset="0"/>
        <a:buChar char="•"/>
        <a:tabLst/>
        <a:defRPr sz="3920" kern="1200" spc="0" baseline="0">
          <a:gradFill>
            <a:gsLst>
              <a:gs pos="1250">
                <a:schemeClr val="tx1"/>
              </a:gs>
              <a:gs pos="100000">
                <a:schemeClr val="tx1"/>
              </a:gs>
            </a:gsLst>
            <a:lin ang="5400000" scaled="0"/>
          </a:gradFill>
          <a:latin typeface="+mj-lt"/>
          <a:ea typeface="+mn-ea"/>
          <a:cs typeface="+mn-cs"/>
        </a:defRPr>
      </a:lvl1pPr>
      <a:lvl2pPr marL="572581" marR="0" indent="-236500" algn="l" defTabSz="914192"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187" marR="0" indent="-224054" algn="l" defTabSz="914192"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241" marR="0" indent="-224054" algn="l" defTabSz="914192"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294" marR="0" indent="-224054" algn="l" defTabSz="914192"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026"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123"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192" rtl="0" eaLnBrk="1" latinLnBrk="0" hangingPunct="1">
        <a:defRPr sz="1765" kern="120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sz="1765" kern="1200">
          <a:solidFill>
            <a:schemeClr val="tx1"/>
          </a:solidFill>
          <a:latin typeface="+mn-lt"/>
          <a:ea typeface="+mn-ea"/>
          <a:cs typeface="+mn-cs"/>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12.emf"/><Relationship Id="rId4" Type="http://schemas.openxmlformats.org/officeDocument/2006/relationships/image" Target="../media/image11.emf"/></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12.emf"/><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956" y="1647366"/>
            <a:ext cx="8452542" cy="1792582"/>
          </a:xfrm>
        </p:spPr>
        <p:txBody>
          <a:bodyPr/>
          <a:lstStyle/>
          <a:p>
            <a:r>
              <a:rPr lang="en-US" b="1"/>
              <a:t>Welcome 508 Coordinators! </a:t>
            </a:r>
            <a:endParaRPr lang="en-US"/>
          </a:p>
        </p:txBody>
      </p:sp>
      <p:sp>
        <p:nvSpPr>
          <p:cNvPr id="3" name="Text Placeholder 2"/>
          <p:cNvSpPr>
            <a:spLocks noGrp="1"/>
          </p:cNvSpPr>
          <p:nvPr>
            <p:ph type="body" sz="quarter" idx="12"/>
          </p:nvPr>
        </p:nvSpPr>
        <p:spPr>
          <a:xfrm>
            <a:off x="270954" y="3441245"/>
            <a:ext cx="9621777" cy="1791818"/>
          </a:xfrm>
        </p:spPr>
        <p:txBody>
          <a:bodyPr/>
          <a:lstStyle/>
          <a:p>
            <a:r>
              <a:rPr lang="en-US"/>
              <a:t>December 5, 2017</a:t>
            </a:r>
          </a:p>
        </p:txBody>
      </p:sp>
    </p:spTree>
    <p:extLst>
      <p:ext uri="{BB962C8B-B14F-4D97-AF65-F5344CB8AC3E}">
        <p14:creationId xmlns:p14="http://schemas.microsoft.com/office/powerpoint/2010/main" val="5868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Agenda for the day</a:t>
            </a:r>
          </a:p>
        </p:txBody>
      </p:sp>
      <p:graphicFrame>
        <p:nvGraphicFramePr>
          <p:cNvPr id="3" name="Table 2">
            <a:extLst>
              <a:ext uri="{FF2B5EF4-FFF2-40B4-BE49-F238E27FC236}">
                <a16:creationId xmlns:a16="http://schemas.microsoft.com/office/drawing/2014/main" xmlns="" id="{B5BA5ACB-89AD-4B2E-940F-85127E30C4F0}"/>
              </a:ext>
            </a:extLst>
          </p:cNvPr>
          <p:cNvGraphicFramePr>
            <a:graphicFrameLocks noGrp="1"/>
          </p:cNvGraphicFramePr>
          <p:nvPr>
            <p:extLst/>
          </p:nvPr>
        </p:nvGraphicFramePr>
        <p:xfrm>
          <a:off x="510218" y="1367302"/>
          <a:ext cx="9123774" cy="3691591"/>
        </p:xfrm>
        <a:graphic>
          <a:graphicData uri="http://schemas.openxmlformats.org/drawingml/2006/table">
            <a:tbl>
              <a:tblPr firstRow="1" firstCol="1" bandRow="1">
                <a:tableStyleId>{5C22544A-7EE6-4342-B048-85BDC9FD1C3A}</a:tableStyleId>
              </a:tblPr>
              <a:tblGrid>
                <a:gridCol w="1909403">
                  <a:extLst>
                    <a:ext uri="{9D8B030D-6E8A-4147-A177-3AD203B41FA5}">
                      <a16:colId xmlns:a16="http://schemas.microsoft.com/office/drawing/2014/main" xmlns="" val="1775717766"/>
                    </a:ext>
                  </a:extLst>
                </a:gridCol>
                <a:gridCol w="2530228">
                  <a:extLst>
                    <a:ext uri="{9D8B030D-6E8A-4147-A177-3AD203B41FA5}">
                      <a16:colId xmlns:a16="http://schemas.microsoft.com/office/drawing/2014/main" xmlns="" val="4187777435"/>
                    </a:ext>
                  </a:extLst>
                </a:gridCol>
                <a:gridCol w="4684143">
                  <a:extLst>
                    <a:ext uri="{9D8B030D-6E8A-4147-A177-3AD203B41FA5}">
                      <a16:colId xmlns:a16="http://schemas.microsoft.com/office/drawing/2014/main" xmlns="" val="1149928817"/>
                    </a:ext>
                  </a:extLst>
                </a:gridCol>
              </a:tblGrid>
              <a:tr h="253987">
                <a:tc>
                  <a:txBody>
                    <a:bodyPr/>
                    <a:lstStyle/>
                    <a:p>
                      <a:pPr marL="0" marR="0" algn="ctr">
                        <a:spcBef>
                          <a:spcPts val="0"/>
                        </a:spcBef>
                        <a:spcAft>
                          <a:spcPts val="0"/>
                        </a:spcAft>
                      </a:pPr>
                      <a:r>
                        <a:rPr lang="en-US" sz="1100">
                          <a:effectLst/>
                        </a:rPr>
                        <a:t>Time</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ctr">
                        <a:spcBef>
                          <a:spcPts val="0"/>
                        </a:spcBef>
                        <a:spcAft>
                          <a:spcPts val="0"/>
                        </a:spcAft>
                      </a:pPr>
                      <a:r>
                        <a:rPr lang="en-US" sz="1100">
                          <a:effectLst/>
                        </a:rPr>
                        <a:t>Presenter</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ctr">
                        <a:spcBef>
                          <a:spcPts val="0"/>
                        </a:spcBef>
                        <a:spcAft>
                          <a:spcPts val="0"/>
                        </a:spcAft>
                      </a:pPr>
                      <a:r>
                        <a:rPr lang="en-US" sz="1100">
                          <a:effectLst/>
                        </a:rPr>
                        <a:t>Topic</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1842148818"/>
                  </a:ext>
                </a:extLst>
              </a:tr>
              <a:tr h="268927">
                <a:tc>
                  <a:txBody>
                    <a:bodyPr/>
                    <a:lstStyle/>
                    <a:p>
                      <a:pPr marL="0" marR="0">
                        <a:spcBef>
                          <a:spcPts val="0"/>
                        </a:spcBef>
                        <a:spcAft>
                          <a:spcPts val="0"/>
                        </a:spcAft>
                      </a:pPr>
                      <a:r>
                        <a:rPr lang="en-US" sz="1100">
                          <a:effectLst/>
                        </a:rPr>
                        <a:t>8:30-9:00</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NA</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Registration/networking</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1058815153"/>
                  </a:ext>
                </a:extLst>
              </a:tr>
              <a:tr h="253987">
                <a:tc>
                  <a:txBody>
                    <a:bodyPr/>
                    <a:lstStyle/>
                    <a:p>
                      <a:pPr marL="0" marR="0">
                        <a:spcBef>
                          <a:spcPts val="0"/>
                        </a:spcBef>
                        <a:spcAft>
                          <a:spcPts val="0"/>
                        </a:spcAft>
                      </a:pPr>
                      <a:r>
                        <a:rPr lang="en-US" sz="1100">
                          <a:effectLst/>
                        </a:rPr>
                        <a:t>9:00 – 9:10</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Helen Chamberlain</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Welcome</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2513695948"/>
                  </a:ext>
                </a:extLst>
              </a:tr>
              <a:tr h="418332">
                <a:tc>
                  <a:txBody>
                    <a:bodyPr/>
                    <a:lstStyle/>
                    <a:p>
                      <a:pPr marL="0" marR="0">
                        <a:spcBef>
                          <a:spcPts val="0"/>
                        </a:spcBef>
                        <a:spcAft>
                          <a:spcPts val="0"/>
                        </a:spcAft>
                      </a:pPr>
                      <a:r>
                        <a:rPr lang="en-US" sz="1100">
                          <a:effectLst/>
                        </a:rPr>
                        <a:t>9:10 - 9:30</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Dean Halstead</a:t>
                      </a:r>
                      <a:br>
                        <a:rPr lang="en-US" sz="1100">
                          <a:effectLst/>
                        </a:rPr>
                      </a:b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Modernization of IT and 508 refresh </a:t>
                      </a:r>
                    </a:p>
                    <a:p>
                      <a:pPr marL="0" marR="0">
                        <a:spcBef>
                          <a:spcPts val="0"/>
                        </a:spcBef>
                        <a:spcAft>
                          <a:spcPts val="0"/>
                        </a:spcAft>
                      </a:pPr>
                      <a:r>
                        <a:rPr lang="en-US" sz="1100">
                          <a:effectLst/>
                        </a:rPr>
                        <a:t>Taking accessibility beyond compliance </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281346351"/>
                  </a:ext>
                </a:extLst>
              </a:tr>
              <a:tr h="253987">
                <a:tc>
                  <a:txBody>
                    <a:bodyPr/>
                    <a:lstStyle/>
                    <a:p>
                      <a:pPr marL="0" marR="0">
                        <a:spcBef>
                          <a:spcPts val="0"/>
                        </a:spcBef>
                        <a:spcAft>
                          <a:spcPts val="0"/>
                        </a:spcAft>
                      </a:pPr>
                      <a:r>
                        <a:rPr lang="en-US" sz="1100">
                          <a:effectLst/>
                        </a:rPr>
                        <a:t>9:30-10:30</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Peter Frem</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Accessible authoring &amp; content  - strategy, roadmap &amp; demo’s </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2107149027"/>
                  </a:ext>
                </a:extLst>
              </a:tr>
              <a:tr h="253987">
                <a:tc>
                  <a:txBody>
                    <a:bodyPr/>
                    <a:lstStyle/>
                    <a:p>
                      <a:pPr marL="0" marR="0">
                        <a:spcBef>
                          <a:spcPts val="0"/>
                        </a:spcBef>
                        <a:spcAft>
                          <a:spcPts val="0"/>
                        </a:spcAft>
                      </a:pPr>
                      <a:r>
                        <a:rPr lang="en-US" sz="1100">
                          <a:effectLst/>
                        </a:rPr>
                        <a:t>10:30 – 10:45 </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Break </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Break </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1260036987"/>
                  </a:ext>
                </a:extLst>
              </a:tr>
              <a:tr h="418332">
                <a:tc>
                  <a:txBody>
                    <a:bodyPr/>
                    <a:lstStyle/>
                    <a:p>
                      <a:pPr marL="0" marR="0">
                        <a:spcBef>
                          <a:spcPts val="0"/>
                        </a:spcBef>
                        <a:spcAft>
                          <a:spcPts val="0"/>
                        </a:spcAft>
                      </a:pPr>
                      <a:r>
                        <a:rPr lang="en-US" sz="1100" dirty="0">
                          <a:effectLst/>
                        </a:rPr>
                        <a:t>10:45 – 12:00</a:t>
                      </a:r>
                      <a:endParaRPr lang="en-US" sz="1100" dirty="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Aneetha Jayaraman</a:t>
                      </a:r>
                    </a:p>
                    <a:p>
                      <a:pPr marL="0" marR="0" algn="l">
                        <a:spcBef>
                          <a:spcPts val="0"/>
                        </a:spcBef>
                        <a:spcAft>
                          <a:spcPts val="0"/>
                        </a:spcAft>
                      </a:pPr>
                      <a:r>
                        <a:rPr lang="en-US" sz="1100">
                          <a:effectLst/>
                        </a:rPr>
                        <a:t>Hani Loza</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Accessible &amp; Inclusive SharePoint</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4015074457"/>
                  </a:ext>
                </a:extLst>
              </a:tr>
              <a:tr h="253987">
                <a:tc>
                  <a:txBody>
                    <a:bodyPr/>
                    <a:lstStyle/>
                    <a:p>
                      <a:pPr marL="0" marR="0">
                        <a:spcBef>
                          <a:spcPts val="0"/>
                        </a:spcBef>
                        <a:spcAft>
                          <a:spcPts val="0"/>
                        </a:spcAft>
                      </a:pPr>
                      <a:r>
                        <a:rPr lang="en-US" sz="1100">
                          <a:effectLst/>
                        </a:rPr>
                        <a:t>12:00 – 12:15</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Anita Mortaloni</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Where to get answers &amp; resources for Microsoft products </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4186362058"/>
                  </a:ext>
                </a:extLst>
              </a:tr>
              <a:tr h="253987">
                <a:tc>
                  <a:txBody>
                    <a:bodyPr/>
                    <a:lstStyle/>
                    <a:p>
                      <a:pPr marL="0" marR="0">
                        <a:spcBef>
                          <a:spcPts val="0"/>
                        </a:spcBef>
                        <a:spcAft>
                          <a:spcPts val="0"/>
                        </a:spcAft>
                      </a:pPr>
                      <a:r>
                        <a:rPr lang="en-US" sz="1100">
                          <a:effectLst/>
                        </a:rPr>
                        <a:t>12:15 – 1: 15</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Lunch </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Lunch</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494376996"/>
                  </a:ext>
                </a:extLst>
              </a:tr>
              <a:tr h="253987">
                <a:tc>
                  <a:txBody>
                    <a:bodyPr/>
                    <a:lstStyle/>
                    <a:p>
                      <a:pPr marL="0" marR="0">
                        <a:spcBef>
                          <a:spcPts val="0"/>
                        </a:spcBef>
                        <a:spcAft>
                          <a:spcPts val="0"/>
                        </a:spcAft>
                      </a:pPr>
                      <a:r>
                        <a:rPr lang="en-US" sz="1100">
                          <a:effectLst/>
                        </a:rPr>
                        <a:t>1:15 -1:45</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Jiaxin Zheng</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New Accessibility features in Windows 10 </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2068566597"/>
                  </a:ext>
                </a:extLst>
              </a:tr>
              <a:tr h="253987">
                <a:tc>
                  <a:txBody>
                    <a:bodyPr/>
                    <a:lstStyle/>
                    <a:p>
                      <a:pPr marL="0" marR="0">
                        <a:spcBef>
                          <a:spcPts val="0"/>
                        </a:spcBef>
                        <a:spcAft>
                          <a:spcPts val="0"/>
                        </a:spcAft>
                      </a:pPr>
                      <a:r>
                        <a:rPr lang="en-US" sz="1100">
                          <a:effectLst/>
                        </a:rPr>
                        <a:t>1:45 -  2:15</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Will Lewis</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Bridging Accessibility and AI to innovate </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4037640708"/>
                  </a:ext>
                </a:extLst>
              </a:tr>
              <a:tr h="253987">
                <a:tc>
                  <a:txBody>
                    <a:bodyPr/>
                    <a:lstStyle/>
                    <a:p>
                      <a:pPr marL="0" marR="0">
                        <a:spcBef>
                          <a:spcPts val="0"/>
                        </a:spcBef>
                        <a:spcAft>
                          <a:spcPts val="0"/>
                        </a:spcAft>
                      </a:pPr>
                      <a:r>
                        <a:rPr lang="en-US" sz="1100">
                          <a:effectLst/>
                        </a:rPr>
                        <a:t>2:15 – 2:45</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Anita Mortaloni </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a:effectLst/>
                        </a:rPr>
                        <a:t>New Accessibility features in Office</a:t>
                      </a:r>
                      <a:endParaRPr lang="en-US" sz="110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3976655169"/>
                  </a:ext>
                </a:extLst>
              </a:tr>
              <a:tr h="253987">
                <a:tc>
                  <a:txBody>
                    <a:bodyPr/>
                    <a:lstStyle/>
                    <a:p>
                      <a:pPr marL="0" marR="0">
                        <a:spcBef>
                          <a:spcPts val="0"/>
                        </a:spcBef>
                        <a:spcAft>
                          <a:spcPts val="0"/>
                        </a:spcAft>
                      </a:pPr>
                      <a:r>
                        <a:rPr lang="en-US" sz="1100">
                          <a:effectLst/>
                        </a:rPr>
                        <a:t>2:45 – 3:30 </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lgn="l">
                        <a:spcBef>
                          <a:spcPts val="0"/>
                        </a:spcBef>
                        <a:spcAft>
                          <a:spcPts val="0"/>
                        </a:spcAft>
                      </a:pPr>
                      <a:r>
                        <a:rPr lang="en-US" sz="1100">
                          <a:effectLst/>
                        </a:rPr>
                        <a:t>All</a:t>
                      </a:r>
                      <a:endParaRPr lang="en-US" sz="1100">
                        <a:effectLst/>
                        <a:latin typeface="Calibri" panose="020F0502020204030204" pitchFamily="34" charset="0"/>
                        <a:ea typeface="Calibri" panose="020F0502020204030204" pitchFamily="34" charset="0"/>
                      </a:endParaRPr>
                    </a:p>
                  </a:txBody>
                  <a:tcPr marL="44821" marR="44821" marT="44821" marB="44821" anchor="ctr"/>
                </a:tc>
                <a:tc>
                  <a:txBody>
                    <a:bodyPr/>
                    <a:lstStyle/>
                    <a:p>
                      <a:pPr marL="0" marR="0">
                        <a:spcBef>
                          <a:spcPts val="0"/>
                        </a:spcBef>
                        <a:spcAft>
                          <a:spcPts val="0"/>
                        </a:spcAft>
                      </a:pPr>
                      <a:r>
                        <a:rPr lang="en-US" sz="1100" dirty="0">
                          <a:effectLst/>
                        </a:rPr>
                        <a:t>Q&amp;A </a:t>
                      </a:r>
                      <a:endParaRPr lang="en-US" sz="1100" dirty="0">
                        <a:effectLst/>
                        <a:latin typeface="Calibri" panose="020F0502020204030204" pitchFamily="34" charset="0"/>
                        <a:ea typeface="Calibri" panose="020F0502020204030204" pitchFamily="34" charset="0"/>
                      </a:endParaRPr>
                    </a:p>
                  </a:txBody>
                  <a:tcPr marL="44821" marR="44821" marT="44821" marB="44821" anchor="ctr"/>
                </a:tc>
                <a:extLst>
                  <a:ext uri="{0D108BD9-81ED-4DB2-BD59-A6C34878D82A}">
                    <a16:rowId xmlns:a16="http://schemas.microsoft.com/office/drawing/2014/main" xmlns="" val="1532774089"/>
                  </a:ext>
                </a:extLst>
              </a:tr>
            </a:tbl>
          </a:graphicData>
        </a:graphic>
      </p:graphicFrame>
    </p:spTree>
    <p:extLst>
      <p:ext uri="{BB962C8B-B14F-4D97-AF65-F5344CB8AC3E}">
        <p14:creationId xmlns:p14="http://schemas.microsoft.com/office/powerpoint/2010/main" val="137942213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129" y="1262640"/>
            <a:ext cx="10382697" cy="1792836"/>
          </a:xfrm>
        </p:spPr>
        <p:txBody>
          <a:bodyPr/>
          <a:lstStyle/>
          <a:p>
            <a:r>
              <a:rPr lang="en-US"/>
              <a:t>Modernization of IT and 508 refresh </a:t>
            </a:r>
          </a:p>
        </p:txBody>
      </p:sp>
      <p:sp>
        <p:nvSpPr>
          <p:cNvPr id="3" name="Text Placeholder 2"/>
          <p:cNvSpPr>
            <a:spLocks noGrp="1"/>
          </p:cNvSpPr>
          <p:nvPr>
            <p:ph type="body" sz="quarter" idx="12"/>
          </p:nvPr>
        </p:nvSpPr>
        <p:spPr>
          <a:xfrm>
            <a:off x="270128" y="2607278"/>
            <a:ext cx="9623142" cy="2626040"/>
          </a:xfrm>
        </p:spPr>
        <p:txBody>
          <a:bodyPr/>
          <a:lstStyle/>
          <a:p>
            <a:r>
              <a:rPr lang="en-US" dirty="0"/>
              <a:t>December 5, 2017</a:t>
            </a:r>
          </a:p>
          <a:p>
            <a:r>
              <a:rPr lang="en-US" sz="2451" b="1" dirty="0"/>
              <a:t>Dean Halstead, </a:t>
            </a:r>
            <a:r>
              <a:rPr lang="en-US" sz="2451" b="1" i="1" dirty="0"/>
              <a:t>deanh@microsoft.com</a:t>
            </a:r>
            <a:endParaRPr lang="en-US" sz="2451" b="1" dirty="0"/>
          </a:p>
          <a:p>
            <a:r>
              <a:rPr lang="en-US" sz="2451" b="1" dirty="0"/>
              <a:t>Director, Collaboration, Cloud &amp; Accessibility </a:t>
            </a:r>
          </a:p>
          <a:p>
            <a:r>
              <a:rPr lang="en-US" sz="2451" b="1" dirty="0"/>
              <a:t>Microsoft US Federal Team </a:t>
            </a:r>
          </a:p>
          <a:p>
            <a:endParaRPr lang="en-US" sz="2451" b="1" dirty="0"/>
          </a:p>
          <a:p>
            <a:r>
              <a:rPr lang="en-US" sz="2451" b="1" dirty="0"/>
              <a:t>Anita Mortaloni, </a:t>
            </a:r>
            <a:r>
              <a:rPr lang="en-US" sz="2451" b="1" i="1" dirty="0"/>
              <a:t>anitase@microsoft.com</a:t>
            </a:r>
            <a:endParaRPr lang="en-US" sz="2451" b="1" dirty="0"/>
          </a:p>
          <a:p>
            <a:r>
              <a:rPr lang="en-US" sz="2451" b="1" dirty="0"/>
              <a:t>Senior Program Manager </a:t>
            </a:r>
          </a:p>
          <a:p>
            <a:r>
              <a:rPr lang="en-US" sz="2451" b="1" dirty="0"/>
              <a:t>Microsoft Office Product Group</a:t>
            </a:r>
          </a:p>
          <a:p>
            <a:endParaRPr lang="en-US" dirty="0"/>
          </a:p>
        </p:txBody>
      </p:sp>
    </p:spTree>
    <p:extLst>
      <p:ext uri="{BB962C8B-B14F-4D97-AF65-F5344CB8AC3E}">
        <p14:creationId xmlns:p14="http://schemas.microsoft.com/office/powerpoint/2010/main" val="53411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descr="A picture containing indoor, person, wall, man&#10;&#10;Description generated with very high confidence"/>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5026" y="487"/>
            <a:ext cx="12200688" cy="6857027"/>
          </a:xfrm>
          <a:prstGeom prst="rect">
            <a:avLst/>
          </a:prstGeom>
        </p:spPr>
      </p:pic>
      <p:sp>
        <p:nvSpPr>
          <p:cNvPr id="12" name="Rectangle 11"/>
          <p:cNvSpPr/>
          <p:nvPr/>
        </p:nvSpPr>
        <p:spPr bwMode="gray">
          <a:xfrm>
            <a:off x="-9818" y="-3984"/>
            <a:ext cx="12190270" cy="6857027"/>
          </a:xfrm>
          <a:prstGeom prst="rect">
            <a:avLst/>
          </a:prstGeom>
          <a:solidFill>
            <a:schemeClr val="tx1">
              <a:lumMod val="75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6" tIns="140548" rIns="175686" bIns="140548" numCol="1" spcCol="0" rtlCol="0" fromWordArt="0" anchor="t" anchorCtr="0" forceAA="0" compatLnSpc="1">
            <a:prstTxWarp prst="textNoShape">
              <a:avLst/>
            </a:prstTxWarp>
            <a:noAutofit/>
          </a:bodyPr>
          <a:lstStyle/>
          <a:p>
            <a:pPr algn="ctr" defTabSz="895659" fontAlgn="base">
              <a:lnSpc>
                <a:spcPct val="90000"/>
              </a:lnSpc>
              <a:spcBef>
                <a:spcPct val="0"/>
              </a:spcBef>
              <a:spcAft>
                <a:spcPct val="0"/>
              </a:spcAft>
              <a:defRPr/>
            </a:pPr>
            <a:endParaRPr lang="en-US" sz="2353" kern="0" err="1">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36" name="Rectangle 35"/>
          <p:cNvSpPr/>
          <p:nvPr/>
        </p:nvSpPr>
        <p:spPr>
          <a:xfrm rot="10800000">
            <a:off x="-20235" y="-8453"/>
            <a:ext cx="12187098" cy="2172468"/>
          </a:xfrm>
          <a:prstGeom prst="rect">
            <a:avLst/>
          </a:prstGeom>
          <a:gradFill>
            <a:gsLst>
              <a:gs pos="3000">
                <a:srgbClr val="000000">
                  <a:alpha val="0"/>
                </a:srgbClr>
              </a:gs>
              <a:gs pos="66000">
                <a:schemeClr val="tx1">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457135" tIns="182854" rIns="457135" bIns="182854" rtlCol="0" anchor="b"/>
          <a:lstStyle/>
          <a:p>
            <a:pPr algn="r" defTabSz="914048">
              <a:lnSpc>
                <a:spcPts val="1200"/>
              </a:lnSpc>
            </a:pPr>
            <a:r>
              <a:rPr lang="en-US" sz="2000" i="1">
                <a:solidFill>
                  <a:prstClr val="white"/>
                </a:solidFill>
                <a:latin typeface="Segoe UI"/>
                <a:ea typeface="Segoe UI" pitchFamily="34" charset="0"/>
                <a:cs typeface="Segoe UI" pitchFamily="34" charset="0"/>
              </a:rPr>
              <a:t/>
            </a:r>
            <a:br>
              <a:rPr lang="en-US" sz="2000" i="1">
                <a:solidFill>
                  <a:prstClr val="white"/>
                </a:solidFill>
                <a:latin typeface="Segoe UI"/>
                <a:ea typeface="Segoe UI" pitchFamily="34" charset="0"/>
                <a:cs typeface="Segoe UI" pitchFamily="34" charset="0"/>
              </a:rPr>
            </a:br>
            <a:endParaRPr lang="da-DK" sz="1600">
              <a:solidFill>
                <a:prstClr val="white"/>
              </a:solidFill>
              <a:latin typeface="Segoe UI"/>
              <a:ea typeface="Segoe UI" pitchFamily="34" charset="0"/>
              <a:cs typeface="Segoe UI" pitchFamily="34" charset="0"/>
            </a:endParaRPr>
          </a:p>
        </p:txBody>
      </p:sp>
      <p:sp>
        <p:nvSpPr>
          <p:cNvPr id="2" name="Title 1"/>
          <p:cNvSpPr>
            <a:spLocks noGrp="1"/>
          </p:cNvSpPr>
          <p:nvPr>
            <p:ph type="title"/>
          </p:nvPr>
        </p:nvSpPr>
        <p:spPr>
          <a:xfrm>
            <a:off x="270066" y="289957"/>
            <a:ext cx="11789008" cy="1315583"/>
          </a:xfrm>
        </p:spPr>
        <p:txBody>
          <a:bodyPr/>
          <a:lstStyle/>
          <a:p>
            <a:r>
              <a:rPr lang="en-US" sz="4400">
                <a:solidFill>
                  <a:schemeClr val="bg1"/>
                </a:solidFill>
              </a:rPr>
              <a:t>Talking to IT about Modernization and Accessibility</a:t>
            </a:r>
          </a:p>
        </p:txBody>
      </p:sp>
      <p:sp>
        <p:nvSpPr>
          <p:cNvPr id="23" name="Rectangle 22"/>
          <p:cNvSpPr/>
          <p:nvPr/>
        </p:nvSpPr>
        <p:spPr bwMode="auto">
          <a:xfrm>
            <a:off x="447841" y="2179495"/>
            <a:ext cx="2448212" cy="4478452"/>
          </a:xfrm>
          <a:prstGeom prst="rect">
            <a:avLst/>
          </a:prstGeom>
          <a:solidFill>
            <a:schemeClr val="accent1">
              <a:alpha val="73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Mobility</a:t>
            </a:r>
          </a:p>
        </p:txBody>
      </p:sp>
      <p:sp>
        <p:nvSpPr>
          <p:cNvPr id="26" name="Rectangle 25"/>
          <p:cNvSpPr/>
          <p:nvPr/>
        </p:nvSpPr>
        <p:spPr bwMode="auto">
          <a:xfrm>
            <a:off x="3318583" y="2179495"/>
            <a:ext cx="2448212" cy="4478452"/>
          </a:xfrm>
          <a:prstGeom prst="rect">
            <a:avLst/>
          </a:prstGeom>
          <a:solidFill>
            <a:schemeClr val="accent1">
              <a:alpha val="73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Security</a:t>
            </a:r>
          </a:p>
        </p:txBody>
      </p:sp>
      <p:sp>
        <p:nvSpPr>
          <p:cNvPr id="28" name="Rectangle 27"/>
          <p:cNvSpPr/>
          <p:nvPr/>
        </p:nvSpPr>
        <p:spPr bwMode="auto">
          <a:xfrm>
            <a:off x="6190270" y="2179495"/>
            <a:ext cx="2448212" cy="4478452"/>
          </a:xfrm>
          <a:prstGeom prst="rect">
            <a:avLst/>
          </a:prstGeom>
          <a:solidFill>
            <a:schemeClr val="accent1">
              <a:alpha val="73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Compliance</a:t>
            </a:r>
          </a:p>
        </p:txBody>
      </p:sp>
      <p:sp>
        <p:nvSpPr>
          <p:cNvPr id="29" name="Rectangle 28"/>
          <p:cNvSpPr/>
          <p:nvPr/>
        </p:nvSpPr>
        <p:spPr bwMode="auto">
          <a:xfrm>
            <a:off x="9040177" y="2179496"/>
            <a:ext cx="2448212" cy="4493930"/>
          </a:xfrm>
          <a:prstGeom prst="rect">
            <a:avLst/>
          </a:prstGeom>
          <a:solidFill>
            <a:srgbClr val="0070C0">
              <a:alpha val="73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Accessibility</a:t>
            </a:r>
          </a:p>
        </p:txBody>
      </p:sp>
      <p:sp>
        <p:nvSpPr>
          <p:cNvPr id="16" name="Rectangle 15"/>
          <p:cNvSpPr/>
          <p:nvPr/>
        </p:nvSpPr>
        <p:spPr>
          <a:xfrm>
            <a:off x="9180242" y="3966467"/>
            <a:ext cx="2168084" cy="1906848"/>
          </a:xfrm>
          <a:prstGeom prst="rect">
            <a:avLst/>
          </a:prstGeom>
        </p:spPr>
        <p:txBody>
          <a:bodyPr wrap="square" lIns="0" tIns="0" rIns="0" bIns="0" anchor="t">
            <a:spAutoFit/>
          </a:bodyPr>
          <a:lstStyle/>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Accessibility of Content</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Detecting Content</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Guided Accessibility</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Situational Disabilities</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Workforce Inclusion</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Training</a:t>
            </a:r>
          </a:p>
          <a:p>
            <a:pPr marL="280121" indent="-280121" defTabSz="914049">
              <a:spcAft>
                <a:spcPts val="600"/>
              </a:spcAft>
              <a:buFont typeface="Arial" panose="020B0604020202020204" pitchFamily="34" charset="0"/>
              <a:buChar char="•"/>
              <a:defRPr/>
            </a:pPr>
            <a:endParaRPr lang="en-US" sz="1350" kern="0">
              <a:solidFill>
                <a:srgbClr val="FFFFFF"/>
              </a:solidFill>
              <a:latin typeface="Segoe UI"/>
              <a:cs typeface="Segoe UI Semilight" panose="020B0402040204020203" pitchFamily="34" charset="0"/>
            </a:endParaRPr>
          </a:p>
        </p:txBody>
      </p:sp>
      <p:sp>
        <p:nvSpPr>
          <p:cNvPr id="5" name="Rectangle 4"/>
          <p:cNvSpPr/>
          <p:nvPr/>
        </p:nvSpPr>
        <p:spPr>
          <a:xfrm>
            <a:off x="3434458" y="3966467"/>
            <a:ext cx="2332338" cy="2216683"/>
          </a:xfrm>
          <a:prstGeom prst="rect">
            <a:avLst/>
          </a:prstGeom>
        </p:spPr>
        <p:txBody>
          <a:bodyPr wrap="square" lIns="0" tIns="0" rIns="0" bIns="0">
            <a:spAutoFit/>
          </a:bodyPr>
          <a:lstStyle/>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Content Control</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Encryption</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Phishing</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Auditing</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Internet of Things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Privacy</a:t>
            </a:r>
          </a:p>
          <a:p>
            <a:pPr marL="280121" indent="-280121" defTabSz="914049">
              <a:spcAft>
                <a:spcPts val="600"/>
              </a:spcAft>
              <a:buFont typeface="Arial" panose="020B0604020202020204" pitchFamily="34" charset="0"/>
              <a:buChar char="•"/>
              <a:defRPr/>
            </a:pPr>
            <a:endParaRPr lang="en-US" sz="1371" kern="0">
              <a:solidFill>
                <a:srgbClr val="FFFFFF"/>
              </a:solidFill>
              <a:latin typeface="Segoe UI"/>
              <a:cs typeface="Segoe UI Semilight" panose="020B0402040204020203" pitchFamily="34" charset="0"/>
            </a:endParaRPr>
          </a:p>
          <a:p>
            <a:pPr defTabSz="914049">
              <a:spcAft>
                <a:spcPts val="600"/>
              </a:spcAft>
              <a:defRPr/>
            </a:pPr>
            <a:endParaRPr lang="en-US" sz="1371" kern="0">
              <a:solidFill>
                <a:srgbClr val="FFFFFF"/>
              </a:solidFill>
              <a:latin typeface="Segoe UI"/>
              <a:cs typeface="Segoe UI Semilight" panose="020B0402040204020203" pitchFamily="34" charset="0"/>
            </a:endParaRPr>
          </a:p>
        </p:txBody>
      </p:sp>
      <p:sp>
        <p:nvSpPr>
          <p:cNvPr id="27" name="Rectangle 26"/>
          <p:cNvSpPr/>
          <p:nvPr/>
        </p:nvSpPr>
        <p:spPr>
          <a:xfrm>
            <a:off x="533845" y="3966467"/>
            <a:ext cx="2235154" cy="1930168"/>
          </a:xfrm>
          <a:prstGeom prst="rect">
            <a:avLst/>
          </a:prstGeom>
        </p:spPr>
        <p:txBody>
          <a:bodyPr wrap="square" lIns="0" tIns="0" rIns="0" bIns="0">
            <a:spAutoFit/>
          </a:bodyPr>
          <a:lstStyle/>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Mobile Workers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Devices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Field Work</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Commodity Devices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Digital Natives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Device Management</a:t>
            </a:r>
          </a:p>
          <a:p>
            <a:pPr defTabSz="914049">
              <a:spcAft>
                <a:spcPts val="600"/>
              </a:spcAft>
              <a:defRPr/>
            </a:pPr>
            <a:endParaRPr lang="en-US" sz="1371" kern="0">
              <a:solidFill>
                <a:srgbClr val="FFFFFF"/>
              </a:solidFill>
              <a:latin typeface="Segoe UI"/>
              <a:cs typeface="Segoe UI Semilight" panose="020B0402040204020203" pitchFamily="34" charset="0"/>
            </a:endParaRPr>
          </a:p>
        </p:txBody>
      </p:sp>
      <p:sp>
        <p:nvSpPr>
          <p:cNvPr id="9" name="Rectangle 8"/>
          <p:cNvSpPr/>
          <p:nvPr/>
        </p:nvSpPr>
        <p:spPr>
          <a:xfrm>
            <a:off x="6380986" y="3966466"/>
            <a:ext cx="2109240" cy="2216683"/>
          </a:xfrm>
          <a:prstGeom prst="rect">
            <a:avLst/>
          </a:prstGeom>
        </p:spPr>
        <p:txBody>
          <a:bodyPr wrap="square" lIns="0" tIns="0" rIns="0" bIns="0">
            <a:spAutoFit/>
          </a:bodyPr>
          <a:lstStyle/>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Content Protection</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Archiving</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Digital Assets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FOIA</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Regulatory</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Knowledge Capture</a:t>
            </a:r>
          </a:p>
          <a:p>
            <a:pPr marL="280121" indent="-280121" defTabSz="914049">
              <a:spcAft>
                <a:spcPts val="600"/>
              </a:spcAft>
              <a:buFont typeface="Arial" panose="020B0604020202020204" pitchFamily="34" charset="0"/>
              <a:buChar char="•"/>
              <a:defRPr/>
            </a:pPr>
            <a:endParaRPr lang="en-US" sz="1371" kern="0">
              <a:solidFill>
                <a:srgbClr val="FFFFFF"/>
              </a:solidFill>
              <a:latin typeface="Segoe UI"/>
              <a:cs typeface="Segoe UI Semilight" panose="020B0402040204020203" pitchFamily="34" charset="0"/>
            </a:endParaRPr>
          </a:p>
          <a:p>
            <a:pPr marL="280121" indent="-280121" defTabSz="914049">
              <a:spcAft>
                <a:spcPts val="600"/>
              </a:spcAft>
              <a:buFont typeface="Arial" panose="020B0604020202020204" pitchFamily="34" charset="0"/>
              <a:buChar char="•"/>
              <a:defRPr/>
            </a:pPr>
            <a:endParaRPr lang="en-US" sz="1371" kern="0">
              <a:solidFill>
                <a:srgbClr val="FFFFFF"/>
              </a:solidFill>
              <a:latin typeface="Segoe UI"/>
              <a:cs typeface="Segoe UI Semilight" panose="020B0402040204020203" pitchFamily="34" charset="0"/>
            </a:endParaRPr>
          </a:p>
        </p:txBody>
      </p:sp>
      <p:sp>
        <p:nvSpPr>
          <p:cNvPr id="14" name="Oval 13"/>
          <p:cNvSpPr/>
          <p:nvPr/>
        </p:nvSpPr>
        <p:spPr bwMode="auto">
          <a:xfrm>
            <a:off x="820104" y="1315538"/>
            <a:ext cx="1703688" cy="1703688"/>
          </a:xfrm>
          <a:prstGeom prst="ellipse">
            <a:avLst/>
          </a:prstGeom>
          <a:solidFill>
            <a:schemeClr val="tx2">
              <a:alpha val="90000"/>
            </a:schemeClr>
          </a:solid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sp>
        <p:nvSpPr>
          <p:cNvPr id="20" name="Oval 19"/>
          <p:cNvSpPr/>
          <p:nvPr/>
        </p:nvSpPr>
        <p:spPr bwMode="auto">
          <a:xfrm>
            <a:off x="3690846" y="1315538"/>
            <a:ext cx="1703688" cy="1703688"/>
          </a:xfrm>
          <a:prstGeom prst="ellipse">
            <a:avLst/>
          </a:prstGeom>
          <a:solidFill>
            <a:schemeClr val="tx2">
              <a:alpha val="90000"/>
            </a:schemeClr>
          </a:solid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grpSp>
        <p:nvGrpSpPr>
          <p:cNvPr id="13" name="Group 12"/>
          <p:cNvGrpSpPr/>
          <p:nvPr/>
        </p:nvGrpSpPr>
        <p:grpSpPr>
          <a:xfrm>
            <a:off x="6562533" y="1315538"/>
            <a:ext cx="1703688" cy="1703688"/>
            <a:chOff x="6583831" y="1391440"/>
            <a:chExt cx="1703930" cy="1703930"/>
          </a:xfrm>
        </p:grpSpPr>
        <p:sp>
          <p:nvSpPr>
            <p:cNvPr id="22" name="Oval 21"/>
            <p:cNvSpPr/>
            <p:nvPr/>
          </p:nvSpPr>
          <p:spPr bwMode="auto">
            <a:xfrm>
              <a:off x="6583831" y="1391440"/>
              <a:ext cx="1703930" cy="1703930"/>
            </a:xfrm>
            <a:prstGeom prst="ellipse">
              <a:avLst/>
            </a:prstGeom>
            <a:solidFill>
              <a:schemeClr val="tx2">
                <a:alpha val="90000"/>
              </a:schemeClr>
            </a:solid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pic>
          <p:nvPicPr>
            <p:cNvPr id="4" name="Picture 3"/>
            <p:cNvPicPr>
              <a:picLocks noChangeAspect="1"/>
            </p:cNvPicPr>
            <p:nvPr/>
          </p:nvPicPr>
          <p:blipFill>
            <a:blip r:embed="rId4"/>
            <a:stretch>
              <a:fillRect/>
            </a:stretch>
          </p:blipFill>
          <p:spPr>
            <a:xfrm>
              <a:off x="7099478" y="1816223"/>
              <a:ext cx="819727" cy="854364"/>
            </a:xfrm>
            <a:prstGeom prst="rect">
              <a:avLst/>
            </a:prstGeom>
          </p:spPr>
        </p:pic>
      </p:grpSp>
      <p:grpSp>
        <p:nvGrpSpPr>
          <p:cNvPr id="15" name="Group 14"/>
          <p:cNvGrpSpPr/>
          <p:nvPr/>
        </p:nvGrpSpPr>
        <p:grpSpPr>
          <a:xfrm>
            <a:off x="9412440" y="1315538"/>
            <a:ext cx="1703688" cy="1703688"/>
            <a:chOff x="9412910" y="1391440"/>
            <a:chExt cx="1703930" cy="1703930"/>
          </a:xfrm>
          <a:solidFill>
            <a:srgbClr val="0078D7"/>
          </a:solidFill>
        </p:grpSpPr>
        <p:sp>
          <p:nvSpPr>
            <p:cNvPr id="21" name="Oval 20"/>
            <p:cNvSpPr/>
            <p:nvPr/>
          </p:nvSpPr>
          <p:spPr bwMode="auto">
            <a:xfrm>
              <a:off x="9412910" y="1391440"/>
              <a:ext cx="1703930" cy="1703930"/>
            </a:xfrm>
            <a:prstGeom prst="ellipse">
              <a:avLst/>
            </a:prstGeom>
            <a:grp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pic>
          <p:nvPicPr>
            <p:cNvPr id="30" name="Picture 29"/>
            <p:cNvPicPr>
              <a:picLocks noChangeAspect="1"/>
            </p:cNvPicPr>
            <p:nvPr/>
          </p:nvPicPr>
          <p:blipFill>
            <a:blip r:embed="rId5">
              <a:lum bright="100000"/>
            </a:blip>
            <a:stretch>
              <a:fillRect/>
            </a:stretch>
          </p:blipFill>
          <p:spPr>
            <a:xfrm>
              <a:off x="9924580" y="1889498"/>
              <a:ext cx="680590" cy="707814"/>
            </a:xfrm>
            <a:prstGeom prst="rect">
              <a:avLst/>
            </a:prstGeom>
            <a:grpFill/>
          </p:spPr>
        </p:pic>
      </p:grpSp>
      <p:sp>
        <p:nvSpPr>
          <p:cNvPr id="31" name="Rounded Rectangle 6">
            <a:extLst>
              <a:ext uri="{FF2B5EF4-FFF2-40B4-BE49-F238E27FC236}">
                <a16:creationId xmlns:a16="http://schemas.microsoft.com/office/drawing/2014/main" xmlns="" id="{356F60BE-44EA-42F2-AB95-20781B1486FB}"/>
              </a:ext>
            </a:extLst>
          </p:cNvPr>
          <p:cNvSpPr/>
          <p:nvPr/>
        </p:nvSpPr>
        <p:spPr bwMode="black">
          <a:xfrm rot="16200000">
            <a:off x="1404273" y="1802948"/>
            <a:ext cx="521999" cy="740017"/>
          </a:xfrm>
          <a:custGeom>
            <a:avLst/>
            <a:gdLst/>
            <a:ahLst/>
            <a:cxnLst/>
            <a:rect l="l" t="t" r="r" b="b"/>
            <a:pathLst>
              <a:path w="3286897" h="4658497">
                <a:moveTo>
                  <a:pt x="1600200" y="4382531"/>
                </a:moveTo>
                <a:cubicBezTo>
                  <a:pt x="1600200" y="4367744"/>
                  <a:pt x="1588213" y="4355757"/>
                  <a:pt x="1573426" y="4355757"/>
                </a:cubicBezTo>
                <a:lnTo>
                  <a:pt x="811428" y="4355757"/>
                </a:lnTo>
                <a:cubicBezTo>
                  <a:pt x="796641" y="4355757"/>
                  <a:pt x="784654" y="4367744"/>
                  <a:pt x="784654" y="4382531"/>
                </a:cubicBezTo>
                <a:lnTo>
                  <a:pt x="784654" y="4489621"/>
                </a:lnTo>
                <a:cubicBezTo>
                  <a:pt x="784654" y="4504408"/>
                  <a:pt x="796641" y="4516395"/>
                  <a:pt x="811428" y="4516395"/>
                </a:cubicBezTo>
                <a:lnTo>
                  <a:pt x="1573426" y="4516395"/>
                </a:lnTo>
                <a:cubicBezTo>
                  <a:pt x="1588213" y="4516395"/>
                  <a:pt x="1600200" y="4504408"/>
                  <a:pt x="1600200" y="4489621"/>
                </a:cubicBezTo>
                <a:close/>
                <a:moveTo>
                  <a:pt x="2502243" y="4382531"/>
                </a:moveTo>
                <a:cubicBezTo>
                  <a:pt x="2502243" y="4367744"/>
                  <a:pt x="2490256" y="4355757"/>
                  <a:pt x="2475469" y="4355757"/>
                </a:cubicBezTo>
                <a:lnTo>
                  <a:pt x="1713471" y="4355757"/>
                </a:lnTo>
                <a:cubicBezTo>
                  <a:pt x="1698684" y="4355757"/>
                  <a:pt x="1686697" y="4367744"/>
                  <a:pt x="1686697" y="4382531"/>
                </a:cubicBezTo>
                <a:lnTo>
                  <a:pt x="1686697" y="4489621"/>
                </a:lnTo>
                <a:cubicBezTo>
                  <a:pt x="1686697" y="4504408"/>
                  <a:pt x="1698684" y="4516395"/>
                  <a:pt x="1713471" y="4516395"/>
                </a:cubicBezTo>
                <a:lnTo>
                  <a:pt x="2475469" y="4516395"/>
                </a:lnTo>
                <a:cubicBezTo>
                  <a:pt x="2490256" y="4516395"/>
                  <a:pt x="2502243" y="4504408"/>
                  <a:pt x="2502243" y="4489621"/>
                </a:cubicBezTo>
                <a:close/>
                <a:moveTo>
                  <a:pt x="3021231" y="480896"/>
                </a:moveTo>
                <a:cubicBezTo>
                  <a:pt x="3021231" y="375524"/>
                  <a:pt x="2935811" y="290104"/>
                  <a:pt x="2830439" y="290104"/>
                </a:cubicBezTo>
                <a:lnTo>
                  <a:pt x="444108" y="290104"/>
                </a:lnTo>
                <a:cubicBezTo>
                  <a:pt x="338736" y="290104"/>
                  <a:pt x="253316" y="375524"/>
                  <a:pt x="253316" y="480896"/>
                </a:cubicBezTo>
                <a:lnTo>
                  <a:pt x="253316" y="4029043"/>
                </a:lnTo>
                <a:cubicBezTo>
                  <a:pt x="253316" y="4134415"/>
                  <a:pt x="338736" y="4219835"/>
                  <a:pt x="444108" y="4219835"/>
                </a:cubicBezTo>
                <a:lnTo>
                  <a:pt x="2830439" y="4219835"/>
                </a:lnTo>
                <a:cubicBezTo>
                  <a:pt x="2935811" y="4219835"/>
                  <a:pt x="3021231" y="4134415"/>
                  <a:pt x="3021231" y="4029043"/>
                </a:cubicBezTo>
                <a:close/>
                <a:moveTo>
                  <a:pt x="3286897" y="226566"/>
                </a:moveTo>
                <a:lnTo>
                  <a:pt x="3286897" y="4431931"/>
                </a:lnTo>
                <a:cubicBezTo>
                  <a:pt x="3286897" y="4557060"/>
                  <a:pt x="3185460" y="4658497"/>
                  <a:pt x="3060331" y="4658497"/>
                </a:cubicBezTo>
                <a:lnTo>
                  <a:pt x="226566" y="4658497"/>
                </a:lnTo>
                <a:cubicBezTo>
                  <a:pt x="101437" y="4658497"/>
                  <a:pt x="0" y="4557060"/>
                  <a:pt x="0" y="4431931"/>
                </a:cubicBezTo>
                <a:lnTo>
                  <a:pt x="0" y="226566"/>
                </a:lnTo>
                <a:cubicBezTo>
                  <a:pt x="0" y="101437"/>
                  <a:pt x="101437" y="0"/>
                  <a:pt x="226566" y="0"/>
                </a:cubicBezTo>
                <a:lnTo>
                  <a:pt x="3060331" y="0"/>
                </a:lnTo>
                <a:cubicBezTo>
                  <a:pt x="3185460" y="0"/>
                  <a:pt x="3286897" y="101437"/>
                  <a:pt x="3286897" y="226566"/>
                </a:cubicBezTo>
                <a:close/>
              </a:path>
            </a:pathLst>
          </a:custGeom>
          <a:solidFill>
            <a:srgbClr val="FFFFFF"/>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80684" tIns="40342" rIns="80684" bIns="40342" numCol="1" rtlCol="0" anchor="ctr" anchorCtr="0" compatLnSpc="1">
            <a:prstTxWarp prst="textNoShape">
              <a:avLst/>
            </a:prstTxWarp>
          </a:bodyPr>
          <a:lstStyle/>
          <a:p>
            <a:pPr defTabSz="726147"/>
            <a:endParaRPr lang="en-US" sz="1765" spc="-120">
              <a:solidFill>
                <a:srgbClr val="505050">
                  <a:lumMod val="50000"/>
                </a:srgbClr>
              </a:solidFill>
              <a:latin typeface="Segoe UI Light" pitchFamily="34" charset="0"/>
            </a:endParaRPr>
          </a:p>
        </p:txBody>
      </p:sp>
      <p:sp>
        <p:nvSpPr>
          <p:cNvPr id="32" name="Freeform 164">
            <a:extLst>
              <a:ext uri="{FF2B5EF4-FFF2-40B4-BE49-F238E27FC236}">
                <a16:creationId xmlns:a16="http://schemas.microsoft.com/office/drawing/2014/main" xmlns="" id="{7781DE6D-9E09-41FC-9A02-C5B61DFAAD86}"/>
              </a:ext>
            </a:extLst>
          </p:cNvPr>
          <p:cNvSpPr>
            <a:spLocks noEditPoints="1"/>
          </p:cNvSpPr>
          <p:nvPr/>
        </p:nvSpPr>
        <p:spPr bwMode="black">
          <a:xfrm>
            <a:off x="4211373" y="1769921"/>
            <a:ext cx="566418" cy="810208"/>
          </a:xfrm>
          <a:custGeom>
            <a:avLst/>
            <a:gdLst>
              <a:gd name="T0" fmla="*/ 221 w 288"/>
              <a:gd name="T1" fmla="*/ 373 h 399"/>
              <a:gd name="T2" fmla="*/ 194 w 288"/>
              <a:gd name="T3" fmla="*/ 350 h 399"/>
              <a:gd name="T4" fmla="*/ 137 w 288"/>
              <a:gd name="T5" fmla="*/ 150 h 399"/>
              <a:gd name="T6" fmla="*/ 165 w 288"/>
              <a:gd name="T7" fmla="*/ 398 h 399"/>
              <a:gd name="T8" fmla="*/ 94 w 288"/>
              <a:gd name="T9" fmla="*/ 325 h 399"/>
              <a:gd name="T10" fmla="*/ 192 w 288"/>
              <a:gd name="T11" fmla="*/ 269 h 399"/>
              <a:gd name="T12" fmla="*/ 223 w 288"/>
              <a:gd name="T13" fmla="*/ 371 h 399"/>
              <a:gd name="T14" fmla="*/ 135 w 288"/>
              <a:gd name="T15" fmla="*/ 170 h 399"/>
              <a:gd name="T16" fmla="*/ 179 w 288"/>
              <a:gd name="T17" fmla="*/ 395 h 399"/>
              <a:gd name="T18" fmla="*/ 135 w 288"/>
              <a:gd name="T19" fmla="*/ 324 h 399"/>
              <a:gd name="T20" fmla="*/ 154 w 288"/>
              <a:gd name="T21" fmla="*/ 308 h 399"/>
              <a:gd name="T22" fmla="*/ 208 w 288"/>
              <a:gd name="T23" fmla="*/ 382 h 399"/>
              <a:gd name="T24" fmla="*/ 85 w 288"/>
              <a:gd name="T25" fmla="*/ 380 h 399"/>
              <a:gd name="T26" fmla="*/ 143 w 288"/>
              <a:gd name="T27" fmla="*/ 82 h 399"/>
              <a:gd name="T28" fmla="*/ 228 w 288"/>
              <a:gd name="T29" fmla="*/ 288 h 399"/>
              <a:gd name="T30" fmla="*/ 253 w 288"/>
              <a:gd name="T31" fmla="*/ 340 h 399"/>
              <a:gd name="T32" fmla="*/ 247 w 288"/>
              <a:gd name="T33" fmla="*/ 233 h 399"/>
              <a:gd name="T34" fmla="*/ 20 w 288"/>
              <a:gd name="T35" fmla="*/ 263 h 399"/>
              <a:gd name="T36" fmla="*/ 85 w 288"/>
              <a:gd name="T37" fmla="*/ 380 h 399"/>
              <a:gd name="T38" fmla="*/ 219 w 288"/>
              <a:gd name="T39" fmla="*/ 242 h 399"/>
              <a:gd name="T40" fmla="*/ 56 w 288"/>
              <a:gd name="T41" fmla="*/ 305 h 399"/>
              <a:gd name="T42" fmla="*/ 129 w 288"/>
              <a:gd name="T43" fmla="*/ 397 h 399"/>
              <a:gd name="T44" fmla="*/ 137 w 288"/>
              <a:gd name="T45" fmla="*/ 115 h 399"/>
              <a:gd name="T46" fmla="*/ 210 w 288"/>
              <a:gd name="T47" fmla="*/ 334 h 399"/>
              <a:gd name="T48" fmla="*/ 239 w 288"/>
              <a:gd name="T49" fmla="*/ 357 h 399"/>
              <a:gd name="T50" fmla="*/ 0 w 288"/>
              <a:gd name="T51" fmla="*/ 202 h 399"/>
              <a:gd name="T52" fmla="*/ 144 w 288"/>
              <a:gd name="T53" fmla="*/ 51 h 399"/>
              <a:gd name="T54" fmla="*/ 252 w 288"/>
              <a:gd name="T55" fmla="*/ 298 h 399"/>
              <a:gd name="T56" fmla="*/ 266 w 288"/>
              <a:gd name="T57" fmla="*/ 320 h 399"/>
              <a:gd name="T58" fmla="*/ 277 w 288"/>
              <a:gd name="T59" fmla="*/ 221 h 399"/>
              <a:gd name="T60" fmla="*/ 3 w 288"/>
              <a:gd name="T61" fmla="*/ 162 h 399"/>
              <a:gd name="T62" fmla="*/ 0 w 288"/>
              <a:gd name="T63" fmla="*/ 202 h 399"/>
              <a:gd name="T64" fmla="*/ 145 w 288"/>
              <a:gd name="T65" fmla="*/ 0 h 399"/>
              <a:gd name="T66" fmla="*/ 144 w 288"/>
              <a:gd name="T67" fmla="*/ 18 h 399"/>
              <a:gd name="T68" fmla="*/ 142 w 288"/>
              <a:gd name="T69" fmla="*/ 308 h 399"/>
              <a:gd name="T70" fmla="*/ 137 w 288"/>
              <a:gd name="T71" fmla="*/ 201 h 399"/>
              <a:gd name="T72" fmla="*/ 130 w 288"/>
              <a:gd name="T73" fmla="*/ 208 h 399"/>
              <a:gd name="T74" fmla="*/ 142 w 288"/>
              <a:gd name="T75" fmla="*/ 308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8" h="399">
                <a:moveTo>
                  <a:pt x="223" y="371"/>
                </a:moveTo>
                <a:cubicBezTo>
                  <a:pt x="221" y="373"/>
                  <a:pt x="221" y="373"/>
                  <a:pt x="221" y="373"/>
                </a:cubicBezTo>
                <a:cubicBezTo>
                  <a:pt x="220" y="374"/>
                  <a:pt x="218" y="375"/>
                  <a:pt x="217" y="376"/>
                </a:cubicBezTo>
                <a:cubicBezTo>
                  <a:pt x="215" y="374"/>
                  <a:pt x="205" y="366"/>
                  <a:pt x="194" y="350"/>
                </a:cubicBezTo>
                <a:cubicBezTo>
                  <a:pt x="181" y="332"/>
                  <a:pt x="177" y="299"/>
                  <a:pt x="180" y="268"/>
                </a:cubicBezTo>
                <a:cubicBezTo>
                  <a:pt x="186" y="212"/>
                  <a:pt x="180" y="148"/>
                  <a:pt x="137" y="150"/>
                </a:cubicBezTo>
                <a:cubicBezTo>
                  <a:pt x="90" y="152"/>
                  <a:pt x="69" y="245"/>
                  <a:pt x="106" y="319"/>
                </a:cubicBezTo>
                <a:cubicBezTo>
                  <a:pt x="125" y="357"/>
                  <a:pt x="150" y="384"/>
                  <a:pt x="165" y="398"/>
                </a:cubicBezTo>
                <a:cubicBezTo>
                  <a:pt x="161" y="398"/>
                  <a:pt x="157" y="399"/>
                  <a:pt x="153" y="399"/>
                </a:cubicBezTo>
                <a:cubicBezTo>
                  <a:pt x="137" y="384"/>
                  <a:pt x="115" y="364"/>
                  <a:pt x="94" y="325"/>
                </a:cubicBezTo>
                <a:cubicBezTo>
                  <a:pt x="46" y="236"/>
                  <a:pt x="82" y="134"/>
                  <a:pt x="137" y="134"/>
                </a:cubicBezTo>
                <a:cubicBezTo>
                  <a:pt x="195" y="134"/>
                  <a:pt x="201" y="201"/>
                  <a:pt x="192" y="269"/>
                </a:cubicBezTo>
                <a:cubicBezTo>
                  <a:pt x="188" y="301"/>
                  <a:pt x="191" y="329"/>
                  <a:pt x="202" y="346"/>
                </a:cubicBezTo>
                <a:cubicBezTo>
                  <a:pt x="213" y="363"/>
                  <a:pt x="224" y="370"/>
                  <a:pt x="223" y="371"/>
                </a:cubicBezTo>
                <a:close/>
                <a:moveTo>
                  <a:pt x="166" y="306"/>
                </a:moveTo>
                <a:cubicBezTo>
                  <a:pt x="163" y="275"/>
                  <a:pt x="185" y="172"/>
                  <a:pt x="135" y="170"/>
                </a:cubicBezTo>
                <a:cubicBezTo>
                  <a:pt x="104" y="169"/>
                  <a:pt x="77" y="248"/>
                  <a:pt x="125" y="329"/>
                </a:cubicBezTo>
                <a:cubicBezTo>
                  <a:pt x="143" y="361"/>
                  <a:pt x="166" y="383"/>
                  <a:pt x="179" y="395"/>
                </a:cubicBezTo>
                <a:cubicBezTo>
                  <a:pt x="182" y="394"/>
                  <a:pt x="185" y="393"/>
                  <a:pt x="188" y="392"/>
                </a:cubicBezTo>
                <a:cubicBezTo>
                  <a:pt x="177" y="381"/>
                  <a:pt x="153" y="358"/>
                  <a:pt x="135" y="324"/>
                </a:cubicBezTo>
                <a:cubicBezTo>
                  <a:pt x="101" y="266"/>
                  <a:pt x="110" y="186"/>
                  <a:pt x="135" y="186"/>
                </a:cubicBezTo>
                <a:cubicBezTo>
                  <a:pt x="168" y="186"/>
                  <a:pt x="149" y="268"/>
                  <a:pt x="154" y="308"/>
                </a:cubicBezTo>
                <a:cubicBezTo>
                  <a:pt x="160" y="352"/>
                  <a:pt x="187" y="377"/>
                  <a:pt x="200" y="386"/>
                </a:cubicBezTo>
                <a:cubicBezTo>
                  <a:pt x="203" y="385"/>
                  <a:pt x="205" y="384"/>
                  <a:pt x="208" y="382"/>
                </a:cubicBezTo>
                <a:cubicBezTo>
                  <a:pt x="199" y="375"/>
                  <a:pt x="170" y="350"/>
                  <a:pt x="166" y="306"/>
                </a:cubicBezTo>
                <a:close/>
                <a:moveTo>
                  <a:pt x="85" y="380"/>
                </a:moveTo>
                <a:cubicBezTo>
                  <a:pt x="65" y="357"/>
                  <a:pt x="36" y="313"/>
                  <a:pt x="31" y="261"/>
                </a:cubicBezTo>
                <a:cubicBezTo>
                  <a:pt x="25" y="164"/>
                  <a:pt x="66" y="82"/>
                  <a:pt x="143" y="82"/>
                </a:cubicBezTo>
                <a:cubicBezTo>
                  <a:pt x="213" y="82"/>
                  <a:pt x="241" y="157"/>
                  <a:pt x="235" y="231"/>
                </a:cubicBezTo>
                <a:cubicBezTo>
                  <a:pt x="234" y="251"/>
                  <a:pt x="228" y="269"/>
                  <a:pt x="228" y="288"/>
                </a:cubicBezTo>
                <a:cubicBezTo>
                  <a:pt x="227" y="320"/>
                  <a:pt x="236" y="334"/>
                  <a:pt x="248" y="347"/>
                </a:cubicBezTo>
                <a:cubicBezTo>
                  <a:pt x="250" y="345"/>
                  <a:pt x="251" y="343"/>
                  <a:pt x="253" y="340"/>
                </a:cubicBezTo>
                <a:cubicBezTo>
                  <a:pt x="246" y="330"/>
                  <a:pt x="237" y="313"/>
                  <a:pt x="238" y="289"/>
                </a:cubicBezTo>
                <a:cubicBezTo>
                  <a:pt x="239" y="273"/>
                  <a:pt x="243" y="254"/>
                  <a:pt x="247" y="233"/>
                </a:cubicBezTo>
                <a:cubicBezTo>
                  <a:pt x="257" y="169"/>
                  <a:pt x="233" y="66"/>
                  <a:pt x="143" y="65"/>
                </a:cubicBezTo>
                <a:cubicBezTo>
                  <a:pt x="77" y="64"/>
                  <a:pt x="7" y="129"/>
                  <a:pt x="20" y="263"/>
                </a:cubicBezTo>
                <a:cubicBezTo>
                  <a:pt x="24" y="299"/>
                  <a:pt x="39" y="330"/>
                  <a:pt x="54" y="354"/>
                </a:cubicBezTo>
                <a:cubicBezTo>
                  <a:pt x="64" y="365"/>
                  <a:pt x="74" y="373"/>
                  <a:pt x="85" y="380"/>
                </a:cubicBezTo>
                <a:close/>
                <a:moveTo>
                  <a:pt x="219" y="331"/>
                </a:moveTo>
                <a:cubicBezTo>
                  <a:pt x="211" y="309"/>
                  <a:pt x="212" y="277"/>
                  <a:pt x="219" y="242"/>
                </a:cubicBezTo>
                <a:cubicBezTo>
                  <a:pt x="228" y="183"/>
                  <a:pt x="216" y="99"/>
                  <a:pt x="137" y="99"/>
                </a:cubicBezTo>
                <a:cubicBezTo>
                  <a:pt x="73" y="99"/>
                  <a:pt x="16" y="198"/>
                  <a:pt x="56" y="305"/>
                </a:cubicBezTo>
                <a:cubicBezTo>
                  <a:pt x="72" y="346"/>
                  <a:pt x="96" y="376"/>
                  <a:pt x="113" y="393"/>
                </a:cubicBezTo>
                <a:cubicBezTo>
                  <a:pt x="118" y="395"/>
                  <a:pt x="123" y="396"/>
                  <a:pt x="129" y="397"/>
                </a:cubicBezTo>
                <a:cubicBezTo>
                  <a:pt x="113" y="382"/>
                  <a:pt x="84" y="348"/>
                  <a:pt x="67" y="300"/>
                </a:cubicBezTo>
                <a:cubicBezTo>
                  <a:pt x="37" y="213"/>
                  <a:pt x="79" y="116"/>
                  <a:pt x="137" y="115"/>
                </a:cubicBezTo>
                <a:cubicBezTo>
                  <a:pt x="189" y="114"/>
                  <a:pt x="216" y="168"/>
                  <a:pt x="208" y="239"/>
                </a:cubicBezTo>
                <a:cubicBezTo>
                  <a:pt x="201" y="274"/>
                  <a:pt x="200" y="310"/>
                  <a:pt x="210" y="334"/>
                </a:cubicBezTo>
                <a:cubicBezTo>
                  <a:pt x="217" y="351"/>
                  <a:pt x="228" y="359"/>
                  <a:pt x="233" y="363"/>
                </a:cubicBezTo>
                <a:cubicBezTo>
                  <a:pt x="235" y="361"/>
                  <a:pt x="237" y="359"/>
                  <a:pt x="239" y="357"/>
                </a:cubicBezTo>
                <a:cubicBezTo>
                  <a:pt x="235" y="354"/>
                  <a:pt x="225" y="347"/>
                  <a:pt x="219" y="331"/>
                </a:cubicBezTo>
                <a:close/>
                <a:moveTo>
                  <a:pt x="0" y="202"/>
                </a:moveTo>
                <a:cubicBezTo>
                  <a:pt x="0" y="217"/>
                  <a:pt x="1" y="231"/>
                  <a:pt x="4" y="245"/>
                </a:cubicBezTo>
                <a:cubicBezTo>
                  <a:pt x="6" y="146"/>
                  <a:pt x="40" y="49"/>
                  <a:pt x="144" y="51"/>
                </a:cubicBezTo>
                <a:cubicBezTo>
                  <a:pt x="230" y="51"/>
                  <a:pt x="271" y="143"/>
                  <a:pt x="262" y="219"/>
                </a:cubicBezTo>
                <a:cubicBezTo>
                  <a:pt x="259" y="248"/>
                  <a:pt x="252" y="276"/>
                  <a:pt x="252" y="298"/>
                </a:cubicBezTo>
                <a:cubicBezTo>
                  <a:pt x="252" y="315"/>
                  <a:pt x="258" y="326"/>
                  <a:pt x="260" y="330"/>
                </a:cubicBezTo>
                <a:cubicBezTo>
                  <a:pt x="262" y="327"/>
                  <a:pt x="264" y="323"/>
                  <a:pt x="266" y="320"/>
                </a:cubicBezTo>
                <a:cubicBezTo>
                  <a:pt x="263" y="314"/>
                  <a:pt x="261" y="308"/>
                  <a:pt x="262" y="298"/>
                </a:cubicBezTo>
                <a:cubicBezTo>
                  <a:pt x="262" y="279"/>
                  <a:pt x="272" y="252"/>
                  <a:pt x="277" y="221"/>
                </a:cubicBezTo>
                <a:cubicBezTo>
                  <a:pt x="288" y="144"/>
                  <a:pt x="247" y="31"/>
                  <a:pt x="144" y="31"/>
                </a:cubicBezTo>
                <a:cubicBezTo>
                  <a:pt x="62" y="32"/>
                  <a:pt x="18" y="92"/>
                  <a:pt x="3" y="162"/>
                </a:cubicBezTo>
                <a:cubicBezTo>
                  <a:pt x="1" y="175"/>
                  <a:pt x="0" y="188"/>
                  <a:pt x="0" y="201"/>
                </a:cubicBezTo>
                <a:cubicBezTo>
                  <a:pt x="0" y="201"/>
                  <a:pt x="0" y="202"/>
                  <a:pt x="0" y="202"/>
                </a:cubicBezTo>
                <a:close/>
                <a:moveTo>
                  <a:pt x="262" y="75"/>
                </a:moveTo>
                <a:cubicBezTo>
                  <a:pt x="244" y="44"/>
                  <a:pt x="206" y="0"/>
                  <a:pt x="145" y="0"/>
                </a:cubicBezTo>
                <a:cubicBezTo>
                  <a:pt x="108" y="0"/>
                  <a:pt x="80" y="18"/>
                  <a:pt x="58" y="40"/>
                </a:cubicBezTo>
                <a:cubicBezTo>
                  <a:pt x="60" y="39"/>
                  <a:pt x="91" y="18"/>
                  <a:pt x="144" y="18"/>
                </a:cubicBezTo>
                <a:cubicBezTo>
                  <a:pt x="220" y="18"/>
                  <a:pt x="262" y="75"/>
                  <a:pt x="262" y="75"/>
                </a:cubicBezTo>
                <a:close/>
                <a:moveTo>
                  <a:pt x="142" y="308"/>
                </a:moveTo>
                <a:cubicBezTo>
                  <a:pt x="140" y="294"/>
                  <a:pt x="141" y="277"/>
                  <a:pt x="142" y="260"/>
                </a:cubicBezTo>
                <a:cubicBezTo>
                  <a:pt x="143" y="238"/>
                  <a:pt x="144" y="209"/>
                  <a:pt x="137" y="201"/>
                </a:cubicBezTo>
                <a:cubicBezTo>
                  <a:pt x="137" y="201"/>
                  <a:pt x="137" y="201"/>
                  <a:pt x="135" y="201"/>
                </a:cubicBezTo>
                <a:cubicBezTo>
                  <a:pt x="135" y="201"/>
                  <a:pt x="132" y="202"/>
                  <a:pt x="130" y="208"/>
                </a:cubicBezTo>
                <a:cubicBezTo>
                  <a:pt x="122" y="227"/>
                  <a:pt x="122" y="271"/>
                  <a:pt x="141" y="308"/>
                </a:cubicBezTo>
                <a:cubicBezTo>
                  <a:pt x="141" y="309"/>
                  <a:pt x="142" y="309"/>
                  <a:pt x="142" y="3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7" tIns="40344" rIns="80687" bIns="40344" numCol="1" anchor="t" anchorCtr="0" compatLnSpc="1">
            <a:prstTxWarp prst="textNoShape">
              <a:avLst/>
            </a:prstTxWarp>
          </a:bodyPr>
          <a:lstStyle/>
          <a:p>
            <a:pPr defTabSz="914367"/>
            <a:endParaRPr lang="en-US" sz="1568">
              <a:solidFill>
                <a:srgbClr val="505050"/>
              </a:solidFill>
              <a:latin typeface="Segoe UI" pitchFamily="34" charset="0"/>
            </a:endParaRPr>
          </a:p>
        </p:txBody>
      </p:sp>
    </p:spTree>
    <p:extLst>
      <p:ext uri="{BB962C8B-B14F-4D97-AF65-F5344CB8AC3E}">
        <p14:creationId xmlns:p14="http://schemas.microsoft.com/office/powerpoint/2010/main" val="146958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50"/>
                                        <p:tgtEl>
                                          <p:spTgt spid="27"/>
                                        </p:tgtEl>
                                      </p:cBhvr>
                                    </p:animEffect>
                                  </p:childTnLst>
                                </p:cTn>
                              </p:par>
                              <p:par>
                                <p:cTn id="8" presetID="35" presetClass="path" presetSubtype="0" decel="100000" fill="hold" grpId="1" nodeType="withEffect">
                                  <p:stCondLst>
                                    <p:cond delay="0"/>
                                  </p:stCondLst>
                                  <p:childTnLst>
                                    <p:animMotion origin="layout" path="M -7.19939E-7 3.13209E-7 L -0.19198 3.13209E-7 " pathEditMode="relative" rAng="0" ptsTypes="AA">
                                      <p:cBhvr>
                                        <p:cTn id="9" dur="1750" spd="-100000" fill="hold"/>
                                        <p:tgtEl>
                                          <p:spTgt spid="27"/>
                                        </p:tgtEl>
                                        <p:attrNameLst>
                                          <p:attrName>ppt_x</p:attrName>
                                          <p:attrName>ppt_y</p:attrName>
                                        </p:attrNameLst>
                                      </p:cBhvr>
                                      <p:rCtr x="-9599" y="0"/>
                                    </p:animMotion>
                                  </p:childTnLst>
                                </p:cTn>
                              </p:par>
                              <p:par>
                                <p:cTn id="10" presetID="10" presetClass="entr" presetSubtype="0" fill="hold" grpId="0" nodeType="withEffect">
                                  <p:stCondLst>
                                    <p:cond delay="10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par>
                                <p:cTn id="13" presetID="35" presetClass="path" presetSubtype="0" decel="100000" fill="hold" grpId="1" nodeType="withEffect">
                                  <p:stCondLst>
                                    <p:cond delay="0"/>
                                  </p:stCondLst>
                                  <p:childTnLst>
                                    <p:animMotion origin="layout" path="M 3.82946E-7 3.13209E-7 L -0.19198 3.13209E-7 " pathEditMode="relative" rAng="0" ptsTypes="AA">
                                      <p:cBhvr>
                                        <p:cTn id="14" dur="1750" spd="-100000" fill="hold"/>
                                        <p:tgtEl>
                                          <p:spTgt spid="5"/>
                                        </p:tgtEl>
                                        <p:attrNameLst>
                                          <p:attrName>ppt_x</p:attrName>
                                          <p:attrName>ppt_y</p:attrName>
                                        </p:attrNameLst>
                                      </p:cBhvr>
                                      <p:rCtr x="-9599" y="0"/>
                                    </p:animMotion>
                                  </p:childTnLst>
                                </p:cTn>
                              </p:par>
                              <p:par>
                                <p:cTn id="15" presetID="10" presetClass="entr" presetSubtype="0" fill="hold" grpId="0" nodeType="withEffect">
                                  <p:stCondLst>
                                    <p:cond delay="10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250"/>
                                        <p:tgtEl>
                                          <p:spTgt spid="16"/>
                                        </p:tgtEl>
                                      </p:cBhvr>
                                    </p:animEffect>
                                  </p:childTnLst>
                                </p:cTn>
                              </p:par>
                              <p:par>
                                <p:cTn id="18" presetID="35" presetClass="path" presetSubtype="0" decel="100000" fill="hold" grpId="1" nodeType="withEffect">
                                  <p:stCondLst>
                                    <p:cond delay="0"/>
                                  </p:stCondLst>
                                  <p:childTnLst>
                                    <p:animMotion origin="layout" path="M 2.91667E-6 -4.44444E-6 L -0.19193 -4.44444E-6 " pathEditMode="relative" rAng="0" ptsTypes="AA">
                                      <p:cBhvr>
                                        <p:cTn id="19" dur="1750" spd="-100000" fill="hold"/>
                                        <p:tgtEl>
                                          <p:spTgt spid="16"/>
                                        </p:tgtEl>
                                        <p:attrNameLst>
                                          <p:attrName>ppt_x</p:attrName>
                                          <p:attrName>ppt_y</p:attrName>
                                        </p:attrNameLst>
                                      </p:cBhvr>
                                      <p:rCtr x="-9596" y="0"/>
                                    </p:animMotion>
                                  </p:childTnLst>
                                </p:cTn>
                              </p:par>
                              <p:par>
                                <p:cTn id="20" presetID="10" presetClass="entr" presetSubtype="0" fill="hold" grpId="0" nodeType="withEffect">
                                  <p:stCondLst>
                                    <p:cond delay="10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50"/>
                                        <p:tgtEl>
                                          <p:spTgt spid="9"/>
                                        </p:tgtEl>
                                      </p:cBhvr>
                                    </p:animEffect>
                                  </p:childTnLst>
                                </p:cTn>
                              </p:par>
                              <p:par>
                                <p:cTn id="23" presetID="35" presetClass="path" presetSubtype="0" decel="100000" fill="hold" grpId="1" nodeType="withEffect">
                                  <p:stCondLst>
                                    <p:cond delay="0"/>
                                  </p:stCondLst>
                                  <p:childTnLst>
                                    <p:animMotion origin="layout" path="M 7.19939E-7 3.13209E-7 L -0.19198 3.13209E-7 " pathEditMode="relative" rAng="0" ptsTypes="AA">
                                      <p:cBhvr>
                                        <p:cTn id="24" dur="1750" spd="-100000" fill="hold"/>
                                        <p:tgtEl>
                                          <p:spTgt spid="9"/>
                                        </p:tgtEl>
                                        <p:attrNameLst>
                                          <p:attrName>ppt_x</p:attrName>
                                          <p:attrName>ppt_y</p:attrName>
                                        </p:attrNameLst>
                                      </p:cBhvr>
                                      <p:rCtr x="-95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5" grpId="0"/>
      <p:bldP spid="5" grpId="1"/>
      <p:bldP spid="27" grpId="0"/>
      <p:bldP spid="27" grpId="1"/>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descr="A picture containing indoor, person, wall, man&#10;&#10;Description generated with very high confidence"/>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5026" y="487"/>
            <a:ext cx="12200688" cy="6857027"/>
          </a:xfrm>
          <a:prstGeom prst="rect">
            <a:avLst/>
          </a:prstGeom>
        </p:spPr>
      </p:pic>
      <p:sp>
        <p:nvSpPr>
          <p:cNvPr id="12" name="Rectangle 11"/>
          <p:cNvSpPr/>
          <p:nvPr/>
        </p:nvSpPr>
        <p:spPr bwMode="gray">
          <a:xfrm>
            <a:off x="-9818" y="-3984"/>
            <a:ext cx="12190270" cy="6857027"/>
          </a:xfrm>
          <a:prstGeom prst="rect">
            <a:avLst/>
          </a:prstGeom>
          <a:solidFill>
            <a:schemeClr val="tx1">
              <a:lumMod val="75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6" tIns="140548" rIns="175686" bIns="140548" numCol="1" spcCol="0" rtlCol="0" fromWordArt="0" anchor="t" anchorCtr="0" forceAA="0" compatLnSpc="1">
            <a:prstTxWarp prst="textNoShape">
              <a:avLst/>
            </a:prstTxWarp>
            <a:noAutofit/>
          </a:bodyPr>
          <a:lstStyle/>
          <a:p>
            <a:pPr algn="ctr" defTabSz="895659" fontAlgn="base">
              <a:lnSpc>
                <a:spcPct val="90000"/>
              </a:lnSpc>
              <a:spcBef>
                <a:spcPct val="0"/>
              </a:spcBef>
              <a:spcAft>
                <a:spcPct val="0"/>
              </a:spcAft>
              <a:defRPr/>
            </a:pPr>
            <a:endParaRPr lang="en-US" sz="2353" kern="0" err="1">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sp>
        <p:nvSpPr>
          <p:cNvPr id="36" name="Rectangle 35"/>
          <p:cNvSpPr/>
          <p:nvPr/>
        </p:nvSpPr>
        <p:spPr>
          <a:xfrm rot="10800000">
            <a:off x="-20235" y="-8453"/>
            <a:ext cx="12187098" cy="2172468"/>
          </a:xfrm>
          <a:prstGeom prst="rect">
            <a:avLst/>
          </a:prstGeom>
          <a:gradFill>
            <a:gsLst>
              <a:gs pos="3000">
                <a:srgbClr val="000000">
                  <a:alpha val="0"/>
                </a:srgbClr>
              </a:gs>
              <a:gs pos="66000">
                <a:schemeClr val="tx1">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457135" tIns="182854" rIns="457135" bIns="182854" rtlCol="0" anchor="b"/>
          <a:lstStyle/>
          <a:p>
            <a:pPr algn="r" defTabSz="914048">
              <a:lnSpc>
                <a:spcPts val="1200"/>
              </a:lnSpc>
            </a:pPr>
            <a:r>
              <a:rPr lang="en-US" sz="2000" i="1">
                <a:solidFill>
                  <a:prstClr val="white"/>
                </a:solidFill>
                <a:latin typeface="Segoe UI"/>
                <a:ea typeface="Segoe UI" pitchFamily="34" charset="0"/>
                <a:cs typeface="Segoe UI" pitchFamily="34" charset="0"/>
              </a:rPr>
              <a:t/>
            </a:r>
            <a:br>
              <a:rPr lang="en-US" sz="2000" i="1">
                <a:solidFill>
                  <a:prstClr val="white"/>
                </a:solidFill>
                <a:latin typeface="Segoe UI"/>
                <a:ea typeface="Segoe UI" pitchFamily="34" charset="0"/>
                <a:cs typeface="Segoe UI" pitchFamily="34" charset="0"/>
              </a:rPr>
            </a:br>
            <a:endParaRPr lang="da-DK" sz="1600">
              <a:solidFill>
                <a:prstClr val="white"/>
              </a:solidFill>
              <a:latin typeface="Segoe UI"/>
              <a:ea typeface="Segoe UI" pitchFamily="34" charset="0"/>
              <a:cs typeface="Segoe UI" pitchFamily="34" charset="0"/>
            </a:endParaRPr>
          </a:p>
        </p:txBody>
      </p:sp>
      <p:sp>
        <p:nvSpPr>
          <p:cNvPr id="2" name="Title 1"/>
          <p:cNvSpPr>
            <a:spLocks noGrp="1"/>
          </p:cNvSpPr>
          <p:nvPr>
            <p:ph type="title"/>
          </p:nvPr>
        </p:nvSpPr>
        <p:spPr>
          <a:xfrm>
            <a:off x="270066" y="289957"/>
            <a:ext cx="11789008" cy="1315583"/>
          </a:xfrm>
        </p:spPr>
        <p:txBody>
          <a:bodyPr/>
          <a:lstStyle/>
          <a:p>
            <a:r>
              <a:rPr lang="en-US" sz="4400">
                <a:solidFill>
                  <a:schemeClr val="bg1"/>
                </a:solidFill>
              </a:rPr>
              <a:t>Modernization of IT = Accessibility</a:t>
            </a:r>
          </a:p>
        </p:txBody>
      </p:sp>
      <p:sp>
        <p:nvSpPr>
          <p:cNvPr id="23" name="Rectangle 22"/>
          <p:cNvSpPr/>
          <p:nvPr/>
        </p:nvSpPr>
        <p:spPr bwMode="auto">
          <a:xfrm>
            <a:off x="447841" y="2179495"/>
            <a:ext cx="2448212" cy="4478452"/>
          </a:xfrm>
          <a:prstGeom prst="rect">
            <a:avLst/>
          </a:prstGeom>
          <a:solidFill>
            <a:schemeClr val="accent1">
              <a:alpha val="73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Mobility</a:t>
            </a:r>
          </a:p>
        </p:txBody>
      </p:sp>
      <p:sp>
        <p:nvSpPr>
          <p:cNvPr id="26" name="Rectangle 25"/>
          <p:cNvSpPr/>
          <p:nvPr/>
        </p:nvSpPr>
        <p:spPr bwMode="auto">
          <a:xfrm>
            <a:off x="3318583" y="2179495"/>
            <a:ext cx="2448212" cy="4478452"/>
          </a:xfrm>
          <a:prstGeom prst="rect">
            <a:avLst/>
          </a:prstGeom>
          <a:solidFill>
            <a:schemeClr val="accent1">
              <a:alpha val="73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Security</a:t>
            </a:r>
          </a:p>
        </p:txBody>
      </p:sp>
      <p:sp>
        <p:nvSpPr>
          <p:cNvPr id="28" name="Rectangle 27"/>
          <p:cNvSpPr/>
          <p:nvPr/>
        </p:nvSpPr>
        <p:spPr bwMode="auto">
          <a:xfrm>
            <a:off x="6190270" y="2179495"/>
            <a:ext cx="2448212" cy="4478452"/>
          </a:xfrm>
          <a:prstGeom prst="rect">
            <a:avLst/>
          </a:prstGeom>
          <a:solidFill>
            <a:schemeClr val="accent1">
              <a:alpha val="73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Compliance</a:t>
            </a:r>
          </a:p>
        </p:txBody>
      </p:sp>
      <p:sp>
        <p:nvSpPr>
          <p:cNvPr id="29" name="Rectangle 28"/>
          <p:cNvSpPr/>
          <p:nvPr/>
        </p:nvSpPr>
        <p:spPr bwMode="auto">
          <a:xfrm>
            <a:off x="9040177" y="2179496"/>
            <a:ext cx="2448212" cy="4493930"/>
          </a:xfrm>
          <a:prstGeom prst="rect">
            <a:avLst/>
          </a:prstGeom>
          <a:solidFill>
            <a:schemeClr val="accent1">
              <a:alpha val="73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005698" rIns="182854" bIns="146284" numCol="1" spcCol="0" rtlCol="0" fromWordArt="0" anchor="t" anchorCtr="0" forceAA="0" compatLnSpc="1">
            <a:prstTxWarp prst="textNoShape">
              <a:avLst/>
            </a:prstTxWarp>
            <a:noAutofit/>
          </a:bodyPr>
          <a:lstStyle/>
          <a:p>
            <a:pPr algn="ctr" defTabSz="914049">
              <a:defRPr/>
            </a:pPr>
            <a:r>
              <a:rPr lang="en-US" sz="2000" kern="0">
                <a:solidFill>
                  <a:srgbClr val="FFFFFF"/>
                </a:solidFill>
                <a:latin typeface="Segoe UI Semibold" panose="020B0702040204020203" pitchFamily="34" charset="0"/>
                <a:cs typeface="Segoe UI Semibold" panose="020B0702040204020203" pitchFamily="34" charset="0"/>
              </a:rPr>
              <a:t>Accessibility</a:t>
            </a:r>
          </a:p>
        </p:txBody>
      </p:sp>
      <p:sp>
        <p:nvSpPr>
          <p:cNvPr id="16" name="Rectangle 15"/>
          <p:cNvSpPr/>
          <p:nvPr/>
        </p:nvSpPr>
        <p:spPr>
          <a:xfrm>
            <a:off x="9180242" y="3966467"/>
            <a:ext cx="2168084" cy="1906848"/>
          </a:xfrm>
          <a:prstGeom prst="rect">
            <a:avLst/>
          </a:prstGeom>
        </p:spPr>
        <p:txBody>
          <a:bodyPr wrap="square" lIns="0" tIns="0" rIns="0" bIns="0" anchor="t">
            <a:spAutoFit/>
          </a:bodyPr>
          <a:lstStyle/>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Accessibility of Content</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Detecting Content</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Guided Accessibility</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Situational Disabilities</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Workforce Inclusion</a:t>
            </a:r>
          </a:p>
          <a:p>
            <a:pPr marL="280121" indent="-280121" defTabSz="914049">
              <a:spcAft>
                <a:spcPts val="600"/>
              </a:spcAft>
              <a:buFont typeface="Arial" panose="020B0604020202020204" pitchFamily="34" charset="0"/>
              <a:buChar char="•"/>
              <a:defRPr/>
            </a:pPr>
            <a:r>
              <a:rPr lang="en-US" sz="1350" kern="0">
                <a:solidFill>
                  <a:srgbClr val="FFFFFF"/>
                </a:solidFill>
                <a:latin typeface="Segoe UI"/>
                <a:cs typeface="Segoe UI Semilight" panose="020B0402040204020203" pitchFamily="34" charset="0"/>
              </a:rPr>
              <a:t>Training</a:t>
            </a:r>
          </a:p>
          <a:p>
            <a:pPr marL="280121" indent="-280121" defTabSz="914049">
              <a:spcAft>
                <a:spcPts val="600"/>
              </a:spcAft>
              <a:buFont typeface="Arial" panose="020B0604020202020204" pitchFamily="34" charset="0"/>
              <a:buChar char="•"/>
              <a:defRPr/>
            </a:pPr>
            <a:endParaRPr lang="en-US" sz="1350" kern="0">
              <a:solidFill>
                <a:srgbClr val="FFFFFF"/>
              </a:solidFill>
              <a:latin typeface="Segoe UI"/>
              <a:cs typeface="Segoe UI Semilight" panose="020B0402040204020203" pitchFamily="34" charset="0"/>
            </a:endParaRPr>
          </a:p>
        </p:txBody>
      </p:sp>
      <p:sp>
        <p:nvSpPr>
          <p:cNvPr id="5" name="Rectangle 4"/>
          <p:cNvSpPr/>
          <p:nvPr/>
        </p:nvSpPr>
        <p:spPr>
          <a:xfrm>
            <a:off x="3434458" y="3966467"/>
            <a:ext cx="2332338" cy="2216683"/>
          </a:xfrm>
          <a:prstGeom prst="rect">
            <a:avLst/>
          </a:prstGeom>
        </p:spPr>
        <p:txBody>
          <a:bodyPr wrap="square" lIns="0" tIns="0" rIns="0" bIns="0">
            <a:spAutoFit/>
          </a:bodyPr>
          <a:lstStyle/>
          <a:p>
            <a:pPr marL="280121" indent="-280121" defTabSz="914049">
              <a:spcAft>
                <a:spcPts val="600"/>
              </a:spcAft>
              <a:buFont typeface="Arial" panose="020B0604020202020204" pitchFamily="34" charset="0"/>
              <a:buChar char="•"/>
              <a:defRPr/>
            </a:pPr>
            <a:r>
              <a:rPr lang="en-US" sz="1371" kern="0">
                <a:solidFill>
                  <a:srgbClr val="292929"/>
                </a:solidFill>
                <a:highlight>
                  <a:srgbClr val="FFFF00"/>
                </a:highlight>
                <a:latin typeface="Segoe UI"/>
                <a:cs typeface="Segoe UI Semilight" panose="020B0402040204020203" pitchFamily="34" charset="0"/>
              </a:rPr>
              <a:t>Content Control</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Encryption</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Phishing</a:t>
            </a:r>
          </a:p>
          <a:p>
            <a:pPr marL="280121" indent="-280121" defTabSz="914049">
              <a:spcAft>
                <a:spcPts val="600"/>
              </a:spcAft>
              <a:buFont typeface="Arial" panose="020B0604020202020204" pitchFamily="34" charset="0"/>
              <a:buChar char="•"/>
              <a:defRPr/>
            </a:pPr>
            <a:r>
              <a:rPr lang="en-US" sz="1371" kern="0">
                <a:solidFill>
                  <a:srgbClr val="292929"/>
                </a:solidFill>
                <a:highlight>
                  <a:srgbClr val="FFFF00"/>
                </a:highlight>
                <a:latin typeface="Segoe UI"/>
                <a:cs typeface="Segoe UI Semilight" panose="020B0402040204020203" pitchFamily="34" charset="0"/>
              </a:rPr>
              <a:t>Auditing</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Internet of Things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Privacy</a:t>
            </a:r>
          </a:p>
          <a:p>
            <a:pPr marL="280121" indent="-280121" defTabSz="914049">
              <a:spcAft>
                <a:spcPts val="600"/>
              </a:spcAft>
              <a:buFont typeface="Arial" panose="020B0604020202020204" pitchFamily="34" charset="0"/>
              <a:buChar char="•"/>
              <a:defRPr/>
            </a:pPr>
            <a:endParaRPr lang="en-US" sz="1371" kern="0">
              <a:solidFill>
                <a:srgbClr val="FFFFFF"/>
              </a:solidFill>
              <a:latin typeface="Segoe UI"/>
              <a:cs typeface="Segoe UI Semilight" panose="020B0402040204020203" pitchFamily="34" charset="0"/>
            </a:endParaRPr>
          </a:p>
          <a:p>
            <a:pPr defTabSz="914049">
              <a:spcAft>
                <a:spcPts val="600"/>
              </a:spcAft>
              <a:defRPr/>
            </a:pPr>
            <a:endParaRPr lang="en-US" sz="1371" kern="0">
              <a:solidFill>
                <a:srgbClr val="FFFFFF"/>
              </a:solidFill>
              <a:latin typeface="Segoe UI"/>
              <a:cs typeface="Segoe UI Semilight" panose="020B0402040204020203" pitchFamily="34" charset="0"/>
            </a:endParaRPr>
          </a:p>
        </p:txBody>
      </p:sp>
      <p:sp>
        <p:nvSpPr>
          <p:cNvPr id="27" name="Rectangle 26"/>
          <p:cNvSpPr/>
          <p:nvPr/>
        </p:nvSpPr>
        <p:spPr>
          <a:xfrm>
            <a:off x="533845" y="3966467"/>
            <a:ext cx="2235154" cy="1930168"/>
          </a:xfrm>
          <a:prstGeom prst="rect">
            <a:avLst/>
          </a:prstGeom>
        </p:spPr>
        <p:txBody>
          <a:bodyPr wrap="square" lIns="0" tIns="0" rIns="0" bIns="0">
            <a:spAutoFit/>
          </a:bodyPr>
          <a:lstStyle/>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Mobile Workers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Devices</a:t>
            </a:r>
          </a:p>
          <a:p>
            <a:pPr marL="280121" indent="-280121" defTabSz="914049">
              <a:spcAft>
                <a:spcPts val="600"/>
              </a:spcAft>
              <a:buFont typeface="Arial" panose="020B0604020202020204" pitchFamily="34" charset="0"/>
              <a:buChar char="•"/>
              <a:defRPr/>
            </a:pPr>
            <a:r>
              <a:rPr lang="en-US" sz="1371" kern="0">
                <a:solidFill>
                  <a:srgbClr val="292929"/>
                </a:solidFill>
                <a:highlight>
                  <a:srgbClr val="FFFF00"/>
                </a:highlight>
                <a:latin typeface="Segoe UI"/>
                <a:cs typeface="Segoe UI Semilight" panose="020B0402040204020203" pitchFamily="34" charset="0"/>
              </a:rPr>
              <a:t>Field Work</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Commodity Devices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Digital Natives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Device Management</a:t>
            </a:r>
          </a:p>
          <a:p>
            <a:pPr defTabSz="914049">
              <a:spcAft>
                <a:spcPts val="600"/>
              </a:spcAft>
              <a:defRPr/>
            </a:pPr>
            <a:endParaRPr lang="en-US" sz="1371" kern="0">
              <a:solidFill>
                <a:srgbClr val="FFFFFF"/>
              </a:solidFill>
              <a:latin typeface="Segoe UI"/>
              <a:cs typeface="Segoe UI Semilight" panose="020B0402040204020203" pitchFamily="34" charset="0"/>
            </a:endParaRPr>
          </a:p>
        </p:txBody>
      </p:sp>
      <p:sp>
        <p:nvSpPr>
          <p:cNvPr id="9" name="Rectangle 8"/>
          <p:cNvSpPr/>
          <p:nvPr/>
        </p:nvSpPr>
        <p:spPr>
          <a:xfrm>
            <a:off x="6380986" y="3966466"/>
            <a:ext cx="2109240" cy="2216683"/>
          </a:xfrm>
          <a:prstGeom prst="rect">
            <a:avLst/>
          </a:prstGeom>
        </p:spPr>
        <p:txBody>
          <a:bodyPr wrap="square" lIns="0" tIns="0" rIns="0" bIns="0">
            <a:spAutoFit/>
          </a:bodyPr>
          <a:lstStyle/>
          <a:p>
            <a:pPr marL="280121" indent="-280121" defTabSz="914049">
              <a:spcAft>
                <a:spcPts val="600"/>
              </a:spcAft>
              <a:buFont typeface="Arial" panose="020B0604020202020204" pitchFamily="34" charset="0"/>
              <a:buChar char="•"/>
              <a:defRPr/>
            </a:pPr>
            <a:r>
              <a:rPr lang="en-US" sz="1371" kern="0">
                <a:solidFill>
                  <a:srgbClr val="292929"/>
                </a:solidFill>
                <a:highlight>
                  <a:srgbClr val="FFFF00"/>
                </a:highlight>
                <a:latin typeface="Segoe UI"/>
                <a:cs typeface="Segoe UI Semilight" panose="020B0402040204020203" pitchFamily="34" charset="0"/>
              </a:rPr>
              <a:t>Content Protection</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Archiving</a:t>
            </a:r>
          </a:p>
          <a:p>
            <a:pPr marL="280121" indent="-280121" defTabSz="914049">
              <a:spcAft>
                <a:spcPts val="600"/>
              </a:spcAft>
              <a:buFont typeface="Arial" panose="020B0604020202020204" pitchFamily="34" charset="0"/>
              <a:buChar char="•"/>
              <a:defRPr/>
            </a:pPr>
            <a:r>
              <a:rPr lang="en-US" sz="1371" kern="0">
                <a:solidFill>
                  <a:srgbClr val="292929"/>
                </a:solidFill>
                <a:highlight>
                  <a:srgbClr val="FFFF00"/>
                </a:highlight>
                <a:latin typeface="Segoe UI"/>
                <a:cs typeface="Segoe UI Semilight" panose="020B0402040204020203" pitchFamily="34" charset="0"/>
              </a:rPr>
              <a:t>Digital Assets</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FOIA</a:t>
            </a:r>
          </a:p>
          <a:p>
            <a:pPr marL="280121" indent="-280121" defTabSz="914049">
              <a:spcAft>
                <a:spcPts val="600"/>
              </a:spcAft>
              <a:buFont typeface="Arial" panose="020B0604020202020204" pitchFamily="34" charset="0"/>
              <a:buChar char="•"/>
              <a:defRPr/>
            </a:pPr>
            <a:r>
              <a:rPr lang="en-US" sz="1371" kern="0">
                <a:solidFill>
                  <a:srgbClr val="FFFFFF"/>
                </a:solidFill>
                <a:latin typeface="Segoe UI"/>
                <a:cs typeface="Segoe UI Semilight" panose="020B0402040204020203" pitchFamily="34" charset="0"/>
              </a:rPr>
              <a:t>Regulatory</a:t>
            </a:r>
          </a:p>
          <a:p>
            <a:pPr marL="280121" indent="-280121" defTabSz="914049">
              <a:spcAft>
                <a:spcPts val="600"/>
              </a:spcAft>
              <a:buFont typeface="Arial" panose="020B0604020202020204" pitchFamily="34" charset="0"/>
              <a:buChar char="•"/>
              <a:defRPr/>
            </a:pPr>
            <a:r>
              <a:rPr lang="en-US" sz="1371" kern="0">
                <a:solidFill>
                  <a:srgbClr val="292929"/>
                </a:solidFill>
                <a:highlight>
                  <a:srgbClr val="FFFF00"/>
                </a:highlight>
                <a:latin typeface="Segoe UI"/>
                <a:cs typeface="Segoe UI Semilight" panose="020B0402040204020203" pitchFamily="34" charset="0"/>
              </a:rPr>
              <a:t>Knowledge Capture</a:t>
            </a:r>
          </a:p>
          <a:p>
            <a:pPr marL="280121" indent="-280121" defTabSz="914049">
              <a:spcAft>
                <a:spcPts val="600"/>
              </a:spcAft>
              <a:buFont typeface="Arial" panose="020B0604020202020204" pitchFamily="34" charset="0"/>
              <a:buChar char="•"/>
              <a:defRPr/>
            </a:pPr>
            <a:endParaRPr lang="en-US" sz="1371" kern="0">
              <a:solidFill>
                <a:srgbClr val="FFFFFF"/>
              </a:solidFill>
              <a:latin typeface="Segoe UI"/>
              <a:cs typeface="Segoe UI Semilight" panose="020B0402040204020203" pitchFamily="34" charset="0"/>
            </a:endParaRPr>
          </a:p>
          <a:p>
            <a:pPr marL="280121" indent="-280121" defTabSz="914049">
              <a:spcAft>
                <a:spcPts val="600"/>
              </a:spcAft>
              <a:buFont typeface="Arial" panose="020B0604020202020204" pitchFamily="34" charset="0"/>
              <a:buChar char="•"/>
              <a:defRPr/>
            </a:pPr>
            <a:endParaRPr lang="en-US" sz="1371" kern="0">
              <a:solidFill>
                <a:srgbClr val="FFFFFF"/>
              </a:solidFill>
              <a:latin typeface="Segoe UI"/>
              <a:cs typeface="Segoe UI Semilight" panose="020B0402040204020203" pitchFamily="34" charset="0"/>
            </a:endParaRPr>
          </a:p>
        </p:txBody>
      </p:sp>
      <p:sp>
        <p:nvSpPr>
          <p:cNvPr id="14" name="Oval 13"/>
          <p:cNvSpPr/>
          <p:nvPr/>
        </p:nvSpPr>
        <p:spPr bwMode="auto">
          <a:xfrm>
            <a:off x="820104" y="1315538"/>
            <a:ext cx="1703688" cy="1703688"/>
          </a:xfrm>
          <a:prstGeom prst="ellipse">
            <a:avLst/>
          </a:prstGeom>
          <a:solidFill>
            <a:schemeClr val="tx2">
              <a:alpha val="90000"/>
            </a:schemeClr>
          </a:solid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sp>
        <p:nvSpPr>
          <p:cNvPr id="20" name="Oval 19"/>
          <p:cNvSpPr/>
          <p:nvPr/>
        </p:nvSpPr>
        <p:spPr bwMode="auto">
          <a:xfrm>
            <a:off x="3690846" y="1315538"/>
            <a:ext cx="1703688" cy="1703688"/>
          </a:xfrm>
          <a:prstGeom prst="ellipse">
            <a:avLst/>
          </a:prstGeom>
          <a:solidFill>
            <a:schemeClr val="tx2">
              <a:alpha val="90000"/>
            </a:schemeClr>
          </a:solid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grpSp>
        <p:nvGrpSpPr>
          <p:cNvPr id="13" name="Group 12"/>
          <p:cNvGrpSpPr/>
          <p:nvPr/>
        </p:nvGrpSpPr>
        <p:grpSpPr>
          <a:xfrm>
            <a:off x="6562533" y="1315538"/>
            <a:ext cx="1703688" cy="1703688"/>
            <a:chOff x="6583831" y="1391440"/>
            <a:chExt cx="1703930" cy="1703930"/>
          </a:xfrm>
        </p:grpSpPr>
        <p:sp>
          <p:nvSpPr>
            <p:cNvPr id="22" name="Oval 21"/>
            <p:cNvSpPr/>
            <p:nvPr/>
          </p:nvSpPr>
          <p:spPr bwMode="auto">
            <a:xfrm>
              <a:off x="6583831" y="1391440"/>
              <a:ext cx="1703930" cy="1703930"/>
            </a:xfrm>
            <a:prstGeom prst="ellipse">
              <a:avLst/>
            </a:prstGeom>
            <a:solidFill>
              <a:schemeClr val="tx2">
                <a:alpha val="90000"/>
              </a:schemeClr>
            </a:solid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pic>
          <p:nvPicPr>
            <p:cNvPr id="4" name="Picture 3"/>
            <p:cNvPicPr>
              <a:picLocks noChangeAspect="1"/>
            </p:cNvPicPr>
            <p:nvPr/>
          </p:nvPicPr>
          <p:blipFill>
            <a:blip r:embed="rId4"/>
            <a:stretch>
              <a:fillRect/>
            </a:stretch>
          </p:blipFill>
          <p:spPr>
            <a:xfrm>
              <a:off x="7099478" y="1816223"/>
              <a:ext cx="819727" cy="854364"/>
            </a:xfrm>
            <a:prstGeom prst="rect">
              <a:avLst/>
            </a:prstGeom>
          </p:spPr>
        </p:pic>
      </p:grpSp>
      <p:grpSp>
        <p:nvGrpSpPr>
          <p:cNvPr id="15" name="Group 14"/>
          <p:cNvGrpSpPr/>
          <p:nvPr/>
        </p:nvGrpSpPr>
        <p:grpSpPr>
          <a:xfrm>
            <a:off x="9412440" y="1315538"/>
            <a:ext cx="1703688" cy="1703688"/>
            <a:chOff x="9412910" y="1391440"/>
            <a:chExt cx="1703930" cy="1703930"/>
          </a:xfrm>
          <a:solidFill>
            <a:schemeClr val="tx2"/>
          </a:solidFill>
        </p:grpSpPr>
        <p:sp>
          <p:nvSpPr>
            <p:cNvPr id="21" name="Oval 20"/>
            <p:cNvSpPr/>
            <p:nvPr/>
          </p:nvSpPr>
          <p:spPr bwMode="auto">
            <a:xfrm>
              <a:off x="9412910" y="1391440"/>
              <a:ext cx="1703930" cy="1703930"/>
            </a:xfrm>
            <a:prstGeom prst="ellipse">
              <a:avLst/>
            </a:prstGeom>
            <a:grp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kern="0" err="1">
                <a:solidFill>
                  <a:srgbClr val="D83B01"/>
                </a:solidFill>
                <a:latin typeface="Segoe UI"/>
                <a:ea typeface="Segoe UI" pitchFamily="34" charset="0"/>
                <a:cs typeface="Segoe UI" pitchFamily="34" charset="0"/>
              </a:endParaRPr>
            </a:p>
          </p:txBody>
        </p:sp>
        <p:pic>
          <p:nvPicPr>
            <p:cNvPr id="30" name="Picture 29"/>
            <p:cNvPicPr>
              <a:picLocks noChangeAspect="1"/>
            </p:cNvPicPr>
            <p:nvPr/>
          </p:nvPicPr>
          <p:blipFill>
            <a:blip r:embed="rId5">
              <a:lum bright="100000"/>
            </a:blip>
            <a:stretch>
              <a:fillRect/>
            </a:stretch>
          </p:blipFill>
          <p:spPr>
            <a:xfrm>
              <a:off x="9924580" y="1889498"/>
              <a:ext cx="680590" cy="707814"/>
            </a:xfrm>
            <a:prstGeom prst="rect">
              <a:avLst/>
            </a:prstGeom>
            <a:grpFill/>
          </p:spPr>
        </p:pic>
      </p:grpSp>
      <p:sp>
        <p:nvSpPr>
          <p:cNvPr id="31" name="Rounded Rectangle 6">
            <a:extLst>
              <a:ext uri="{FF2B5EF4-FFF2-40B4-BE49-F238E27FC236}">
                <a16:creationId xmlns:a16="http://schemas.microsoft.com/office/drawing/2014/main" xmlns="" id="{356F60BE-44EA-42F2-AB95-20781B1486FB}"/>
              </a:ext>
            </a:extLst>
          </p:cNvPr>
          <p:cNvSpPr/>
          <p:nvPr/>
        </p:nvSpPr>
        <p:spPr bwMode="black">
          <a:xfrm rot="16200000">
            <a:off x="1404273" y="1802948"/>
            <a:ext cx="521999" cy="740017"/>
          </a:xfrm>
          <a:custGeom>
            <a:avLst/>
            <a:gdLst/>
            <a:ahLst/>
            <a:cxnLst/>
            <a:rect l="l" t="t" r="r" b="b"/>
            <a:pathLst>
              <a:path w="3286897" h="4658497">
                <a:moveTo>
                  <a:pt x="1600200" y="4382531"/>
                </a:moveTo>
                <a:cubicBezTo>
                  <a:pt x="1600200" y="4367744"/>
                  <a:pt x="1588213" y="4355757"/>
                  <a:pt x="1573426" y="4355757"/>
                </a:cubicBezTo>
                <a:lnTo>
                  <a:pt x="811428" y="4355757"/>
                </a:lnTo>
                <a:cubicBezTo>
                  <a:pt x="796641" y="4355757"/>
                  <a:pt x="784654" y="4367744"/>
                  <a:pt x="784654" y="4382531"/>
                </a:cubicBezTo>
                <a:lnTo>
                  <a:pt x="784654" y="4489621"/>
                </a:lnTo>
                <a:cubicBezTo>
                  <a:pt x="784654" y="4504408"/>
                  <a:pt x="796641" y="4516395"/>
                  <a:pt x="811428" y="4516395"/>
                </a:cubicBezTo>
                <a:lnTo>
                  <a:pt x="1573426" y="4516395"/>
                </a:lnTo>
                <a:cubicBezTo>
                  <a:pt x="1588213" y="4516395"/>
                  <a:pt x="1600200" y="4504408"/>
                  <a:pt x="1600200" y="4489621"/>
                </a:cubicBezTo>
                <a:close/>
                <a:moveTo>
                  <a:pt x="2502243" y="4382531"/>
                </a:moveTo>
                <a:cubicBezTo>
                  <a:pt x="2502243" y="4367744"/>
                  <a:pt x="2490256" y="4355757"/>
                  <a:pt x="2475469" y="4355757"/>
                </a:cubicBezTo>
                <a:lnTo>
                  <a:pt x="1713471" y="4355757"/>
                </a:lnTo>
                <a:cubicBezTo>
                  <a:pt x="1698684" y="4355757"/>
                  <a:pt x="1686697" y="4367744"/>
                  <a:pt x="1686697" y="4382531"/>
                </a:cubicBezTo>
                <a:lnTo>
                  <a:pt x="1686697" y="4489621"/>
                </a:lnTo>
                <a:cubicBezTo>
                  <a:pt x="1686697" y="4504408"/>
                  <a:pt x="1698684" y="4516395"/>
                  <a:pt x="1713471" y="4516395"/>
                </a:cubicBezTo>
                <a:lnTo>
                  <a:pt x="2475469" y="4516395"/>
                </a:lnTo>
                <a:cubicBezTo>
                  <a:pt x="2490256" y="4516395"/>
                  <a:pt x="2502243" y="4504408"/>
                  <a:pt x="2502243" y="4489621"/>
                </a:cubicBezTo>
                <a:close/>
                <a:moveTo>
                  <a:pt x="3021231" y="480896"/>
                </a:moveTo>
                <a:cubicBezTo>
                  <a:pt x="3021231" y="375524"/>
                  <a:pt x="2935811" y="290104"/>
                  <a:pt x="2830439" y="290104"/>
                </a:cubicBezTo>
                <a:lnTo>
                  <a:pt x="444108" y="290104"/>
                </a:lnTo>
                <a:cubicBezTo>
                  <a:pt x="338736" y="290104"/>
                  <a:pt x="253316" y="375524"/>
                  <a:pt x="253316" y="480896"/>
                </a:cubicBezTo>
                <a:lnTo>
                  <a:pt x="253316" y="4029043"/>
                </a:lnTo>
                <a:cubicBezTo>
                  <a:pt x="253316" y="4134415"/>
                  <a:pt x="338736" y="4219835"/>
                  <a:pt x="444108" y="4219835"/>
                </a:cubicBezTo>
                <a:lnTo>
                  <a:pt x="2830439" y="4219835"/>
                </a:lnTo>
                <a:cubicBezTo>
                  <a:pt x="2935811" y="4219835"/>
                  <a:pt x="3021231" y="4134415"/>
                  <a:pt x="3021231" y="4029043"/>
                </a:cubicBezTo>
                <a:close/>
                <a:moveTo>
                  <a:pt x="3286897" y="226566"/>
                </a:moveTo>
                <a:lnTo>
                  <a:pt x="3286897" y="4431931"/>
                </a:lnTo>
                <a:cubicBezTo>
                  <a:pt x="3286897" y="4557060"/>
                  <a:pt x="3185460" y="4658497"/>
                  <a:pt x="3060331" y="4658497"/>
                </a:cubicBezTo>
                <a:lnTo>
                  <a:pt x="226566" y="4658497"/>
                </a:lnTo>
                <a:cubicBezTo>
                  <a:pt x="101437" y="4658497"/>
                  <a:pt x="0" y="4557060"/>
                  <a:pt x="0" y="4431931"/>
                </a:cubicBezTo>
                <a:lnTo>
                  <a:pt x="0" y="226566"/>
                </a:lnTo>
                <a:cubicBezTo>
                  <a:pt x="0" y="101437"/>
                  <a:pt x="101437" y="0"/>
                  <a:pt x="226566" y="0"/>
                </a:cubicBezTo>
                <a:lnTo>
                  <a:pt x="3060331" y="0"/>
                </a:lnTo>
                <a:cubicBezTo>
                  <a:pt x="3185460" y="0"/>
                  <a:pt x="3286897" y="101437"/>
                  <a:pt x="3286897" y="226566"/>
                </a:cubicBezTo>
                <a:close/>
              </a:path>
            </a:pathLst>
          </a:custGeom>
          <a:solidFill>
            <a:srgbClr val="FFFFFF"/>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80684" tIns="40342" rIns="80684" bIns="40342" numCol="1" rtlCol="0" anchor="ctr" anchorCtr="0" compatLnSpc="1">
            <a:prstTxWarp prst="textNoShape">
              <a:avLst/>
            </a:prstTxWarp>
          </a:bodyPr>
          <a:lstStyle/>
          <a:p>
            <a:pPr defTabSz="726147"/>
            <a:endParaRPr lang="en-US" sz="1765" spc="-120">
              <a:solidFill>
                <a:srgbClr val="505050">
                  <a:lumMod val="50000"/>
                </a:srgbClr>
              </a:solidFill>
              <a:latin typeface="Segoe UI Light" pitchFamily="34" charset="0"/>
            </a:endParaRPr>
          </a:p>
        </p:txBody>
      </p:sp>
      <p:sp>
        <p:nvSpPr>
          <p:cNvPr id="32" name="Freeform 164">
            <a:extLst>
              <a:ext uri="{FF2B5EF4-FFF2-40B4-BE49-F238E27FC236}">
                <a16:creationId xmlns:a16="http://schemas.microsoft.com/office/drawing/2014/main" xmlns="" id="{7781DE6D-9E09-41FC-9A02-C5B61DFAAD86}"/>
              </a:ext>
            </a:extLst>
          </p:cNvPr>
          <p:cNvSpPr>
            <a:spLocks noEditPoints="1"/>
          </p:cNvSpPr>
          <p:nvPr/>
        </p:nvSpPr>
        <p:spPr bwMode="black">
          <a:xfrm>
            <a:off x="4211373" y="1769921"/>
            <a:ext cx="566418" cy="810208"/>
          </a:xfrm>
          <a:custGeom>
            <a:avLst/>
            <a:gdLst>
              <a:gd name="T0" fmla="*/ 221 w 288"/>
              <a:gd name="T1" fmla="*/ 373 h 399"/>
              <a:gd name="T2" fmla="*/ 194 w 288"/>
              <a:gd name="T3" fmla="*/ 350 h 399"/>
              <a:gd name="T4" fmla="*/ 137 w 288"/>
              <a:gd name="T5" fmla="*/ 150 h 399"/>
              <a:gd name="T6" fmla="*/ 165 w 288"/>
              <a:gd name="T7" fmla="*/ 398 h 399"/>
              <a:gd name="T8" fmla="*/ 94 w 288"/>
              <a:gd name="T9" fmla="*/ 325 h 399"/>
              <a:gd name="T10" fmla="*/ 192 w 288"/>
              <a:gd name="T11" fmla="*/ 269 h 399"/>
              <a:gd name="T12" fmla="*/ 223 w 288"/>
              <a:gd name="T13" fmla="*/ 371 h 399"/>
              <a:gd name="T14" fmla="*/ 135 w 288"/>
              <a:gd name="T15" fmla="*/ 170 h 399"/>
              <a:gd name="T16" fmla="*/ 179 w 288"/>
              <a:gd name="T17" fmla="*/ 395 h 399"/>
              <a:gd name="T18" fmla="*/ 135 w 288"/>
              <a:gd name="T19" fmla="*/ 324 h 399"/>
              <a:gd name="T20" fmla="*/ 154 w 288"/>
              <a:gd name="T21" fmla="*/ 308 h 399"/>
              <a:gd name="T22" fmla="*/ 208 w 288"/>
              <a:gd name="T23" fmla="*/ 382 h 399"/>
              <a:gd name="T24" fmla="*/ 85 w 288"/>
              <a:gd name="T25" fmla="*/ 380 h 399"/>
              <a:gd name="T26" fmla="*/ 143 w 288"/>
              <a:gd name="T27" fmla="*/ 82 h 399"/>
              <a:gd name="T28" fmla="*/ 228 w 288"/>
              <a:gd name="T29" fmla="*/ 288 h 399"/>
              <a:gd name="T30" fmla="*/ 253 w 288"/>
              <a:gd name="T31" fmla="*/ 340 h 399"/>
              <a:gd name="T32" fmla="*/ 247 w 288"/>
              <a:gd name="T33" fmla="*/ 233 h 399"/>
              <a:gd name="T34" fmla="*/ 20 w 288"/>
              <a:gd name="T35" fmla="*/ 263 h 399"/>
              <a:gd name="T36" fmla="*/ 85 w 288"/>
              <a:gd name="T37" fmla="*/ 380 h 399"/>
              <a:gd name="T38" fmla="*/ 219 w 288"/>
              <a:gd name="T39" fmla="*/ 242 h 399"/>
              <a:gd name="T40" fmla="*/ 56 w 288"/>
              <a:gd name="T41" fmla="*/ 305 h 399"/>
              <a:gd name="T42" fmla="*/ 129 w 288"/>
              <a:gd name="T43" fmla="*/ 397 h 399"/>
              <a:gd name="T44" fmla="*/ 137 w 288"/>
              <a:gd name="T45" fmla="*/ 115 h 399"/>
              <a:gd name="T46" fmla="*/ 210 w 288"/>
              <a:gd name="T47" fmla="*/ 334 h 399"/>
              <a:gd name="T48" fmla="*/ 239 w 288"/>
              <a:gd name="T49" fmla="*/ 357 h 399"/>
              <a:gd name="T50" fmla="*/ 0 w 288"/>
              <a:gd name="T51" fmla="*/ 202 h 399"/>
              <a:gd name="T52" fmla="*/ 144 w 288"/>
              <a:gd name="T53" fmla="*/ 51 h 399"/>
              <a:gd name="T54" fmla="*/ 252 w 288"/>
              <a:gd name="T55" fmla="*/ 298 h 399"/>
              <a:gd name="T56" fmla="*/ 266 w 288"/>
              <a:gd name="T57" fmla="*/ 320 h 399"/>
              <a:gd name="T58" fmla="*/ 277 w 288"/>
              <a:gd name="T59" fmla="*/ 221 h 399"/>
              <a:gd name="T60" fmla="*/ 3 w 288"/>
              <a:gd name="T61" fmla="*/ 162 h 399"/>
              <a:gd name="T62" fmla="*/ 0 w 288"/>
              <a:gd name="T63" fmla="*/ 202 h 399"/>
              <a:gd name="T64" fmla="*/ 145 w 288"/>
              <a:gd name="T65" fmla="*/ 0 h 399"/>
              <a:gd name="T66" fmla="*/ 144 w 288"/>
              <a:gd name="T67" fmla="*/ 18 h 399"/>
              <a:gd name="T68" fmla="*/ 142 w 288"/>
              <a:gd name="T69" fmla="*/ 308 h 399"/>
              <a:gd name="T70" fmla="*/ 137 w 288"/>
              <a:gd name="T71" fmla="*/ 201 h 399"/>
              <a:gd name="T72" fmla="*/ 130 w 288"/>
              <a:gd name="T73" fmla="*/ 208 h 399"/>
              <a:gd name="T74" fmla="*/ 142 w 288"/>
              <a:gd name="T75" fmla="*/ 308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8" h="399">
                <a:moveTo>
                  <a:pt x="223" y="371"/>
                </a:moveTo>
                <a:cubicBezTo>
                  <a:pt x="221" y="373"/>
                  <a:pt x="221" y="373"/>
                  <a:pt x="221" y="373"/>
                </a:cubicBezTo>
                <a:cubicBezTo>
                  <a:pt x="220" y="374"/>
                  <a:pt x="218" y="375"/>
                  <a:pt x="217" y="376"/>
                </a:cubicBezTo>
                <a:cubicBezTo>
                  <a:pt x="215" y="374"/>
                  <a:pt x="205" y="366"/>
                  <a:pt x="194" y="350"/>
                </a:cubicBezTo>
                <a:cubicBezTo>
                  <a:pt x="181" y="332"/>
                  <a:pt x="177" y="299"/>
                  <a:pt x="180" y="268"/>
                </a:cubicBezTo>
                <a:cubicBezTo>
                  <a:pt x="186" y="212"/>
                  <a:pt x="180" y="148"/>
                  <a:pt x="137" y="150"/>
                </a:cubicBezTo>
                <a:cubicBezTo>
                  <a:pt x="90" y="152"/>
                  <a:pt x="69" y="245"/>
                  <a:pt x="106" y="319"/>
                </a:cubicBezTo>
                <a:cubicBezTo>
                  <a:pt x="125" y="357"/>
                  <a:pt x="150" y="384"/>
                  <a:pt x="165" y="398"/>
                </a:cubicBezTo>
                <a:cubicBezTo>
                  <a:pt x="161" y="398"/>
                  <a:pt x="157" y="399"/>
                  <a:pt x="153" y="399"/>
                </a:cubicBezTo>
                <a:cubicBezTo>
                  <a:pt x="137" y="384"/>
                  <a:pt x="115" y="364"/>
                  <a:pt x="94" y="325"/>
                </a:cubicBezTo>
                <a:cubicBezTo>
                  <a:pt x="46" y="236"/>
                  <a:pt x="82" y="134"/>
                  <a:pt x="137" y="134"/>
                </a:cubicBezTo>
                <a:cubicBezTo>
                  <a:pt x="195" y="134"/>
                  <a:pt x="201" y="201"/>
                  <a:pt x="192" y="269"/>
                </a:cubicBezTo>
                <a:cubicBezTo>
                  <a:pt x="188" y="301"/>
                  <a:pt x="191" y="329"/>
                  <a:pt x="202" y="346"/>
                </a:cubicBezTo>
                <a:cubicBezTo>
                  <a:pt x="213" y="363"/>
                  <a:pt x="224" y="370"/>
                  <a:pt x="223" y="371"/>
                </a:cubicBezTo>
                <a:close/>
                <a:moveTo>
                  <a:pt x="166" y="306"/>
                </a:moveTo>
                <a:cubicBezTo>
                  <a:pt x="163" y="275"/>
                  <a:pt x="185" y="172"/>
                  <a:pt x="135" y="170"/>
                </a:cubicBezTo>
                <a:cubicBezTo>
                  <a:pt x="104" y="169"/>
                  <a:pt x="77" y="248"/>
                  <a:pt x="125" y="329"/>
                </a:cubicBezTo>
                <a:cubicBezTo>
                  <a:pt x="143" y="361"/>
                  <a:pt x="166" y="383"/>
                  <a:pt x="179" y="395"/>
                </a:cubicBezTo>
                <a:cubicBezTo>
                  <a:pt x="182" y="394"/>
                  <a:pt x="185" y="393"/>
                  <a:pt x="188" y="392"/>
                </a:cubicBezTo>
                <a:cubicBezTo>
                  <a:pt x="177" y="381"/>
                  <a:pt x="153" y="358"/>
                  <a:pt x="135" y="324"/>
                </a:cubicBezTo>
                <a:cubicBezTo>
                  <a:pt x="101" y="266"/>
                  <a:pt x="110" y="186"/>
                  <a:pt x="135" y="186"/>
                </a:cubicBezTo>
                <a:cubicBezTo>
                  <a:pt x="168" y="186"/>
                  <a:pt x="149" y="268"/>
                  <a:pt x="154" y="308"/>
                </a:cubicBezTo>
                <a:cubicBezTo>
                  <a:pt x="160" y="352"/>
                  <a:pt x="187" y="377"/>
                  <a:pt x="200" y="386"/>
                </a:cubicBezTo>
                <a:cubicBezTo>
                  <a:pt x="203" y="385"/>
                  <a:pt x="205" y="384"/>
                  <a:pt x="208" y="382"/>
                </a:cubicBezTo>
                <a:cubicBezTo>
                  <a:pt x="199" y="375"/>
                  <a:pt x="170" y="350"/>
                  <a:pt x="166" y="306"/>
                </a:cubicBezTo>
                <a:close/>
                <a:moveTo>
                  <a:pt x="85" y="380"/>
                </a:moveTo>
                <a:cubicBezTo>
                  <a:pt x="65" y="357"/>
                  <a:pt x="36" y="313"/>
                  <a:pt x="31" y="261"/>
                </a:cubicBezTo>
                <a:cubicBezTo>
                  <a:pt x="25" y="164"/>
                  <a:pt x="66" y="82"/>
                  <a:pt x="143" y="82"/>
                </a:cubicBezTo>
                <a:cubicBezTo>
                  <a:pt x="213" y="82"/>
                  <a:pt x="241" y="157"/>
                  <a:pt x="235" y="231"/>
                </a:cubicBezTo>
                <a:cubicBezTo>
                  <a:pt x="234" y="251"/>
                  <a:pt x="228" y="269"/>
                  <a:pt x="228" y="288"/>
                </a:cubicBezTo>
                <a:cubicBezTo>
                  <a:pt x="227" y="320"/>
                  <a:pt x="236" y="334"/>
                  <a:pt x="248" y="347"/>
                </a:cubicBezTo>
                <a:cubicBezTo>
                  <a:pt x="250" y="345"/>
                  <a:pt x="251" y="343"/>
                  <a:pt x="253" y="340"/>
                </a:cubicBezTo>
                <a:cubicBezTo>
                  <a:pt x="246" y="330"/>
                  <a:pt x="237" y="313"/>
                  <a:pt x="238" y="289"/>
                </a:cubicBezTo>
                <a:cubicBezTo>
                  <a:pt x="239" y="273"/>
                  <a:pt x="243" y="254"/>
                  <a:pt x="247" y="233"/>
                </a:cubicBezTo>
                <a:cubicBezTo>
                  <a:pt x="257" y="169"/>
                  <a:pt x="233" y="66"/>
                  <a:pt x="143" y="65"/>
                </a:cubicBezTo>
                <a:cubicBezTo>
                  <a:pt x="77" y="64"/>
                  <a:pt x="7" y="129"/>
                  <a:pt x="20" y="263"/>
                </a:cubicBezTo>
                <a:cubicBezTo>
                  <a:pt x="24" y="299"/>
                  <a:pt x="39" y="330"/>
                  <a:pt x="54" y="354"/>
                </a:cubicBezTo>
                <a:cubicBezTo>
                  <a:pt x="64" y="365"/>
                  <a:pt x="74" y="373"/>
                  <a:pt x="85" y="380"/>
                </a:cubicBezTo>
                <a:close/>
                <a:moveTo>
                  <a:pt x="219" y="331"/>
                </a:moveTo>
                <a:cubicBezTo>
                  <a:pt x="211" y="309"/>
                  <a:pt x="212" y="277"/>
                  <a:pt x="219" y="242"/>
                </a:cubicBezTo>
                <a:cubicBezTo>
                  <a:pt x="228" y="183"/>
                  <a:pt x="216" y="99"/>
                  <a:pt x="137" y="99"/>
                </a:cubicBezTo>
                <a:cubicBezTo>
                  <a:pt x="73" y="99"/>
                  <a:pt x="16" y="198"/>
                  <a:pt x="56" y="305"/>
                </a:cubicBezTo>
                <a:cubicBezTo>
                  <a:pt x="72" y="346"/>
                  <a:pt x="96" y="376"/>
                  <a:pt x="113" y="393"/>
                </a:cubicBezTo>
                <a:cubicBezTo>
                  <a:pt x="118" y="395"/>
                  <a:pt x="123" y="396"/>
                  <a:pt x="129" y="397"/>
                </a:cubicBezTo>
                <a:cubicBezTo>
                  <a:pt x="113" y="382"/>
                  <a:pt x="84" y="348"/>
                  <a:pt x="67" y="300"/>
                </a:cubicBezTo>
                <a:cubicBezTo>
                  <a:pt x="37" y="213"/>
                  <a:pt x="79" y="116"/>
                  <a:pt x="137" y="115"/>
                </a:cubicBezTo>
                <a:cubicBezTo>
                  <a:pt x="189" y="114"/>
                  <a:pt x="216" y="168"/>
                  <a:pt x="208" y="239"/>
                </a:cubicBezTo>
                <a:cubicBezTo>
                  <a:pt x="201" y="274"/>
                  <a:pt x="200" y="310"/>
                  <a:pt x="210" y="334"/>
                </a:cubicBezTo>
                <a:cubicBezTo>
                  <a:pt x="217" y="351"/>
                  <a:pt x="228" y="359"/>
                  <a:pt x="233" y="363"/>
                </a:cubicBezTo>
                <a:cubicBezTo>
                  <a:pt x="235" y="361"/>
                  <a:pt x="237" y="359"/>
                  <a:pt x="239" y="357"/>
                </a:cubicBezTo>
                <a:cubicBezTo>
                  <a:pt x="235" y="354"/>
                  <a:pt x="225" y="347"/>
                  <a:pt x="219" y="331"/>
                </a:cubicBezTo>
                <a:close/>
                <a:moveTo>
                  <a:pt x="0" y="202"/>
                </a:moveTo>
                <a:cubicBezTo>
                  <a:pt x="0" y="217"/>
                  <a:pt x="1" y="231"/>
                  <a:pt x="4" y="245"/>
                </a:cubicBezTo>
                <a:cubicBezTo>
                  <a:pt x="6" y="146"/>
                  <a:pt x="40" y="49"/>
                  <a:pt x="144" y="51"/>
                </a:cubicBezTo>
                <a:cubicBezTo>
                  <a:pt x="230" y="51"/>
                  <a:pt x="271" y="143"/>
                  <a:pt x="262" y="219"/>
                </a:cubicBezTo>
                <a:cubicBezTo>
                  <a:pt x="259" y="248"/>
                  <a:pt x="252" y="276"/>
                  <a:pt x="252" y="298"/>
                </a:cubicBezTo>
                <a:cubicBezTo>
                  <a:pt x="252" y="315"/>
                  <a:pt x="258" y="326"/>
                  <a:pt x="260" y="330"/>
                </a:cubicBezTo>
                <a:cubicBezTo>
                  <a:pt x="262" y="327"/>
                  <a:pt x="264" y="323"/>
                  <a:pt x="266" y="320"/>
                </a:cubicBezTo>
                <a:cubicBezTo>
                  <a:pt x="263" y="314"/>
                  <a:pt x="261" y="308"/>
                  <a:pt x="262" y="298"/>
                </a:cubicBezTo>
                <a:cubicBezTo>
                  <a:pt x="262" y="279"/>
                  <a:pt x="272" y="252"/>
                  <a:pt x="277" y="221"/>
                </a:cubicBezTo>
                <a:cubicBezTo>
                  <a:pt x="288" y="144"/>
                  <a:pt x="247" y="31"/>
                  <a:pt x="144" y="31"/>
                </a:cubicBezTo>
                <a:cubicBezTo>
                  <a:pt x="62" y="32"/>
                  <a:pt x="18" y="92"/>
                  <a:pt x="3" y="162"/>
                </a:cubicBezTo>
                <a:cubicBezTo>
                  <a:pt x="1" y="175"/>
                  <a:pt x="0" y="188"/>
                  <a:pt x="0" y="201"/>
                </a:cubicBezTo>
                <a:cubicBezTo>
                  <a:pt x="0" y="201"/>
                  <a:pt x="0" y="202"/>
                  <a:pt x="0" y="202"/>
                </a:cubicBezTo>
                <a:close/>
                <a:moveTo>
                  <a:pt x="262" y="75"/>
                </a:moveTo>
                <a:cubicBezTo>
                  <a:pt x="244" y="44"/>
                  <a:pt x="206" y="0"/>
                  <a:pt x="145" y="0"/>
                </a:cubicBezTo>
                <a:cubicBezTo>
                  <a:pt x="108" y="0"/>
                  <a:pt x="80" y="18"/>
                  <a:pt x="58" y="40"/>
                </a:cubicBezTo>
                <a:cubicBezTo>
                  <a:pt x="60" y="39"/>
                  <a:pt x="91" y="18"/>
                  <a:pt x="144" y="18"/>
                </a:cubicBezTo>
                <a:cubicBezTo>
                  <a:pt x="220" y="18"/>
                  <a:pt x="262" y="75"/>
                  <a:pt x="262" y="75"/>
                </a:cubicBezTo>
                <a:close/>
                <a:moveTo>
                  <a:pt x="142" y="308"/>
                </a:moveTo>
                <a:cubicBezTo>
                  <a:pt x="140" y="294"/>
                  <a:pt x="141" y="277"/>
                  <a:pt x="142" y="260"/>
                </a:cubicBezTo>
                <a:cubicBezTo>
                  <a:pt x="143" y="238"/>
                  <a:pt x="144" y="209"/>
                  <a:pt x="137" y="201"/>
                </a:cubicBezTo>
                <a:cubicBezTo>
                  <a:pt x="137" y="201"/>
                  <a:pt x="137" y="201"/>
                  <a:pt x="135" y="201"/>
                </a:cubicBezTo>
                <a:cubicBezTo>
                  <a:pt x="135" y="201"/>
                  <a:pt x="132" y="202"/>
                  <a:pt x="130" y="208"/>
                </a:cubicBezTo>
                <a:cubicBezTo>
                  <a:pt x="122" y="227"/>
                  <a:pt x="122" y="271"/>
                  <a:pt x="141" y="308"/>
                </a:cubicBezTo>
                <a:cubicBezTo>
                  <a:pt x="141" y="309"/>
                  <a:pt x="142" y="309"/>
                  <a:pt x="142" y="3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7" tIns="40344" rIns="80687" bIns="40344" numCol="1" anchor="t" anchorCtr="0" compatLnSpc="1">
            <a:prstTxWarp prst="textNoShape">
              <a:avLst/>
            </a:prstTxWarp>
          </a:bodyPr>
          <a:lstStyle/>
          <a:p>
            <a:pPr defTabSz="914367"/>
            <a:endParaRPr lang="en-US" sz="1568">
              <a:solidFill>
                <a:srgbClr val="505050"/>
              </a:solidFill>
              <a:latin typeface="Segoe UI" pitchFamily="34" charset="0"/>
            </a:endParaRPr>
          </a:p>
        </p:txBody>
      </p:sp>
    </p:spTree>
    <p:extLst>
      <p:ext uri="{BB962C8B-B14F-4D97-AF65-F5344CB8AC3E}">
        <p14:creationId xmlns:p14="http://schemas.microsoft.com/office/powerpoint/2010/main" val="118354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50"/>
                                        <p:tgtEl>
                                          <p:spTgt spid="27"/>
                                        </p:tgtEl>
                                      </p:cBhvr>
                                    </p:animEffect>
                                  </p:childTnLst>
                                </p:cTn>
                              </p:par>
                              <p:par>
                                <p:cTn id="8" presetID="35" presetClass="path" presetSubtype="0" decel="100000" fill="hold" grpId="1" nodeType="withEffect">
                                  <p:stCondLst>
                                    <p:cond delay="0"/>
                                  </p:stCondLst>
                                  <p:childTnLst>
                                    <p:animMotion origin="layout" path="M -7.19939E-7 3.13209E-7 L -0.19198 3.13209E-7 " pathEditMode="relative" rAng="0" ptsTypes="AA">
                                      <p:cBhvr>
                                        <p:cTn id="9" dur="1750" spd="-100000" fill="hold"/>
                                        <p:tgtEl>
                                          <p:spTgt spid="27"/>
                                        </p:tgtEl>
                                        <p:attrNameLst>
                                          <p:attrName>ppt_x</p:attrName>
                                          <p:attrName>ppt_y</p:attrName>
                                        </p:attrNameLst>
                                      </p:cBhvr>
                                      <p:rCtr x="-9599" y="0"/>
                                    </p:animMotion>
                                  </p:childTnLst>
                                </p:cTn>
                              </p:par>
                              <p:par>
                                <p:cTn id="10" presetID="10" presetClass="entr" presetSubtype="0" fill="hold" grpId="0" nodeType="withEffect">
                                  <p:stCondLst>
                                    <p:cond delay="10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par>
                                <p:cTn id="13" presetID="35" presetClass="path" presetSubtype="0" decel="100000" fill="hold" grpId="1" nodeType="withEffect">
                                  <p:stCondLst>
                                    <p:cond delay="0"/>
                                  </p:stCondLst>
                                  <p:childTnLst>
                                    <p:animMotion origin="layout" path="M 3.82946E-7 3.13209E-7 L -0.19198 3.13209E-7 " pathEditMode="relative" rAng="0" ptsTypes="AA">
                                      <p:cBhvr>
                                        <p:cTn id="14" dur="1750" spd="-100000" fill="hold"/>
                                        <p:tgtEl>
                                          <p:spTgt spid="5"/>
                                        </p:tgtEl>
                                        <p:attrNameLst>
                                          <p:attrName>ppt_x</p:attrName>
                                          <p:attrName>ppt_y</p:attrName>
                                        </p:attrNameLst>
                                      </p:cBhvr>
                                      <p:rCtr x="-9599" y="0"/>
                                    </p:animMotion>
                                  </p:childTnLst>
                                </p:cTn>
                              </p:par>
                              <p:par>
                                <p:cTn id="15" presetID="10" presetClass="entr" presetSubtype="0" fill="hold" grpId="0" nodeType="withEffect">
                                  <p:stCondLst>
                                    <p:cond delay="10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250"/>
                                        <p:tgtEl>
                                          <p:spTgt spid="16"/>
                                        </p:tgtEl>
                                      </p:cBhvr>
                                    </p:animEffect>
                                  </p:childTnLst>
                                </p:cTn>
                              </p:par>
                              <p:par>
                                <p:cTn id="18" presetID="35" presetClass="path" presetSubtype="0" decel="100000" fill="hold" grpId="1" nodeType="withEffect">
                                  <p:stCondLst>
                                    <p:cond delay="0"/>
                                  </p:stCondLst>
                                  <p:childTnLst>
                                    <p:animMotion origin="layout" path="M 2.91667E-6 -4.44444E-6 L -0.19193 -4.44444E-6 " pathEditMode="relative" rAng="0" ptsTypes="AA">
                                      <p:cBhvr>
                                        <p:cTn id="19" dur="1750" spd="-100000" fill="hold"/>
                                        <p:tgtEl>
                                          <p:spTgt spid="16"/>
                                        </p:tgtEl>
                                        <p:attrNameLst>
                                          <p:attrName>ppt_x</p:attrName>
                                          <p:attrName>ppt_y</p:attrName>
                                        </p:attrNameLst>
                                      </p:cBhvr>
                                      <p:rCtr x="-9596" y="0"/>
                                    </p:animMotion>
                                  </p:childTnLst>
                                </p:cTn>
                              </p:par>
                              <p:par>
                                <p:cTn id="20" presetID="10" presetClass="entr" presetSubtype="0" fill="hold" grpId="0" nodeType="withEffect">
                                  <p:stCondLst>
                                    <p:cond delay="10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50"/>
                                        <p:tgtEl>
                                          <p:spTgt spid="9"/>
                                        </p:tgtEl>
                                      </p:cBhvr>
                                    </p:animEffect>
                                  </p:childTnLst>
                                </p:cTn>
                              </p:par>
                              <p:par>
                                <p:cTn id="23" presetID="35" presetClass="path" presetSubtype="0" decel="100000" fill="hold" grpId="1" nodeType="withEffect">
                                  <p:stCondLst>
                                    <p:cond delay="0"/>
                                  </p:stCondLst>
                                  <p:childTnLst>
                                    <p:animMotion origin="layout" path="M 7.19939E-7 3.13209E-7 L -0.19198 3.13209E-7 " pathEditMode="relative" rAng="0" ptsTypes="AA">
                                      <p:cBhvr>
                                        <p:cTn id="24" dur="1750" spd="-100000" fill="hold"/>
                                        <p:tgtEl>
                                          <p:spTgt spid="9"/>
                                        </p:tgtEl>
                                        <p:attrNameLst>
                                          <p:attrName>ppt_x</p:attrName>
                                          <p:attrName>ppt_y</p:attrName>
                                        </p:attrNameLst>
                                      </p:cBhvr>
                                      <p:rCtr x="-95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5" grpId="0"/>
      <p:bldP spid="5" grpId="1"/>
      <p:bldP spid="27" grpId="0"/>
      <p:bldP spid="27" grpId="1"/>
      <p:bldP spid="9" grpId="0"/>
      <p:bldP spid="9"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70EA1897-D645-4273-A224-48794D769BBD}"/>
              </a:ext>
            </a:extLst>
          </p:cNvPr>
          <p:cNvSpPr>
            <a:spLocks noGrp="1"/>
          </p:cNvSpPr>
          <p:nvPr>
            <p:ph type="title"/>
          </p:nvPr>
        </p:nvSpPr>
        <p:spPr>
          <a:xfrm>
            <a:off x="269242" y="1217509"/>
            <a:ext cx="5378548" cy="3198376"/>
          </a:xfrm>
        </p:spPr>
        <p:txBody>
          <a:bodyPr/>
          <a:lstStyle/>
          <a:p>
            <a:r>
              <a:rPr lang="en-US"/>
              <a:t>Demos</a:t>
            </a:r>
            <a:br>
              <a:rPr lang="en-US"/>
            </a:br>
            <a:r>
              <a:rPr lang="en-US"/>
              <a:t/>
            </a:r>
            <a:br>
              <a:rPr lang="en-US"/>
            </a:br>
            <a:r>
              <a:rPr lang="en-US" sz="2353"/>
              <a:t/>
            </a:r>
            <a:br>
              <a:rPr lang="en-US" sz="2353"/>
            </a:br>
            <a:endParaRPr lang="en-US"/>
          </a:p>
        </p:txBody>
      </p:sp>
      <p:sp>
        <p:nvSpPr>
          <p:cNvPr id="4" name="Picture Placeholder 3">
            <a:extLst>
              <a:ext uri="{FF2B5EF4-FFF2-40B4-BE49-F238E27FC236}">
                <a16:creationId xmlns:a16="http://schemas.microsoft.com/office/drawing/2014/main" xmlns="" id="{C992E138-16B9-4810-B5DE-C2058A71D2FC}"/>
              </a:ext>
            </a:extLst>
          </p:cNvPr>
          <p:cNvSpPr>
            <a:spLocks noGrp="1"/>
          </p:cNvSpPr>
          <p:nvPr>
            <p:ph type="pic" sz="quarter" idx="10"/>
          </p:nvPr>
        </p:nvSpPr>
        <p:spPr/>
      </p:sp>
      <p:sp>
        <p:nvSpPr>
          <p:cNvPr id="5" name="TextBox 4">
            <a:extLst>
              <a:ext uri="{FF2B5EF4-FFF2-40B4-BE49-F238E27FC236}">
                <a16:creationId xmlns:a16="http://schemas.microsoft.com/office/drawing/2014/main" xmlns="" id="{3FDD621A-8609-41FC-80D4-82905E456DC0}"/>
              </a:ext>
            </a:extLst>
          </p:cNvPr>
          <p:cNvSpPr txBox="1"/>
          <p:nvPr/>
        </p:nvSpPr>
        <p:spPr>
          <a:xfrm>
            <a:off x="269242" y="2365192"/>
            <a:ext cx="4772954" cy="2471139"/>
          </a:xfrm>
          <a:prstGeom prst="rect">
            <a:avLst/>
          </a:prstGeom>
          <a:noFill/>
        </p:spPr>
        <p:txBody>
          <a:bodyPr wrap="square" lIns="179285" tIns="143428" rIns="179285" bIns="143428" rtlCol="0">
            <a:spAutoFit/>
          </a:bodyPr>
          <a:lstStyle/>
          <a:p>
            <a:pPr marL="336145" indent="-336145" defTabSz="914367">
              <a:lnSpc>
                <a:spcPct val="90000"/>
              </a:lnSpc>
              <a:spcAft>
                <a:spcPts val="588"/>
              </a:spcAft>
              <a:buFont typeface="Arial" panose="020B0604020202020204" pitchFamily="34" charset="0"/>
              <a:buChar char="•"/>
            </a:pPr>
            <a:r>
              <a:rPr lang="en-US" sz="2353">
                <a:solidFill>
                  <a:srgbClr val="505050"/>
                </a:solidFill>
                <a:latin typeface="Segoe UI"/>
              </a:rPr>
              <a:t>Aging Employees and Knowledge Capture</a:t>
            </a:r>
          </a:p>
          <a:p>
            <a:pPr marL="336145" indent="-336145" defTabSz="914367">
              <a:lnSpc>
                <a:spcPct val="90000"/>
              </a:lnSpc>
              <a:spcAft>
                <a:spcPts val="588"/>
              </a:spcAft>
              <a:buFont typeface="Arial" panose="020B0604020202020204" pitchFamily="34" charset="0"/>
              <a:buChar char="•"/>
            </a:pPr>
            <a:r>
              <a:rPr lang="en-US" sz="2353">
                <a:solidFill>
                  <a:srgbClr val="505050"/>
                </a:solidFill>
                <a:latin typeface="Segoe UI"/>
              </a:rPr>
              <a:t>Clinician Mobility with Dragon Naturally Speaking</a:t>
            </a:r>
          </a:p>
          <a:p>
            <a:pPr marL="336145" indent="-336145" defTabSz="914367">
              <a:lnSpc>
                <a:spcPct val="90000"/>
              </a:lnSpc>
              <a:spcAft>
                <a:spcPts val="588"/>
              </a:spcAft>
              <a:buFont typeface="Arial" panose="020B0604020202020204" pitchFamily="34" charset="0"/>
              <a:buChar char="•"/>
            </a:pPr>
            <a:r>
              <a:rPr lang="en-US" sz="2353">
                <a:solidFill>
                  <a:srgbClr val="505050"/>
                </a:solidFill>
                <a:latin typeface="Segoe UI"/>
              </a:rPr>
              <a:t>Inclusive Meetings</a:t>
            </a:r>
          </a:p>
          <a:p>
            <a:pPr marL="336145" indent="-336145" defTabSz="914367">
              <a:lnSpc>
                <a:spcPct val="90000"/>
              </a:lnSpc>
              <a:spcAft>
                <a:spcPts val="588"/>
              </a:spcAft>
              <a:buFont typeface="Arial" panose="020B0604020202020204" pitchFamily="34" charset="0"/>
              <a:buChar char="•"/>
            </a:pPr>
            <a:endParaRPr lang="en-US" sz="2353">
              <a:gradFill>
                <a:gsLst>
                  <a:gs pos="2917">
                    <a:srgbClr val="505050"/>
                  </a:gs>
                  <a:gs pos="30000">
                    <a:srgbClr val="505050"/>
                  </a:gs>
                </a:gsLst>
                <a:lin ang="5400000" scaled="0"/>
              </a:gradFill>
              <a:latin typeface="Segoe UI"/>
            </a:endParaRPr>
          </a:p>
        </p:txBody>
      </p:sp>
    </p:spTree>
    <p:extLst>
      <p:ext uri="{BB962C8B-B14F-4D97-AF65-F5344CB8AC3E}">
        <p14:creationId xmlns:p14="http://schemas.microsoft.com/office/powerpoint/2010/main" val="135482431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63FFBB30-00BC-4091-8373-CC2C22B4D95A}"/>
              </a:ext>
            </a:extLst>
          </p:cNvPr>
          <p:cNvSpPr>
            <a:spLocks noGrp="1"/>
          </p:cNvSpPr>
          <p:nvPr>
            <p:ph type="title"/>
          </p:nvPr>
        </p:nvSpPr>
        <p:spPr>
          <a:xfrm>
            <a:off x="269240" y="232321"/>
            <a:ext cx="11653523" cy="5067745"/>
          </a:xfrm>
        </p:spPr>
        <p:txBody>
          <a:bodyPr/>
          <a:lstStyle/>
          <a:p>
            <a:r>
              <a:rPr lang="en-US" b="1"/>
              <a:t>Question Time</a:t>
            </a:r>
            <a:r>
              <a:rPr lang="en-US"/>
              <a:t/>
            </a:r>
            <a:br>
              <a:rPr lang="en-US"/>
            </a:br>
            <a:r>
              <a:rPr lang="en-US"/>
              <a:t/>
            </a:r>
            <a:br>
              <a:rPr lang="en-US"/>
            </a:br>
            <a:r>
              <a:rPr lang="en-US"/>
              <a:t>What are your Challenges with IT Modernization and Accessibility?</a:t>
            </a:r>
          </a:p>
        </p:txBody>
      </p:sp>
    </p:spTree>
    <p:extLst>
      <p:ext uri="{BB962C8B-B14F-4D97-AF65-F5344CB8AC3E}">
        <p14:creationId xmlns:p14="http://schemas.microsoft.com/office/powerpoint/2010/main" val="3283328927"/>
      </p:ext>
    </p:extLst>
  </p:cSld>
  <p:clrMapOvr>
    <a:masterClrMapping/>
  </p:clrMapOvr>
  <p:transition>
    <p:fade/>
  </p:transition>
</p:sld>
</file>

<file path=ppt/theme/theme1.xml><?xml version="1.0" encoding="utf-8"?>
<a:theme xmlns:a="http://schemas.openxmlformats.org/drawingml/2006/main" name="2_5-50002_Ignite_Breakout_Template">
  <a:themeElements>
    <a:clrScheme name="Ignite 2016">
      <a:dk1>
        <a:srgbClr val="505050"/>
      </a:dk1>
      <a:lt1>
        <a:srgbClr val="FFFFFF"/>
      </a:lt1>
      <a:dk2>
        <a:srgbClr val="D83B01"/>
      </a:dk2>
      <a:lt2>
        <a:srgbClr val="F8F8F8"/>
      </a:lt2>
      <a:accent1>
        <a:srgbClr val="D83B01"/>
      </a:accent1>
      <a:accent2>
        <a:srgbClr val="0078D7"/>
      </a:accent2>
      <a:accent3>
        <a:srgbClr val="505050"/>
      </a:accent3>
      <a:accent4>
        <a:srgbClr val="D2D2D2"/>
      </a:accent4>
      <a:accent5>
        <a:srgbClr val="FFB900"/>
      </a:accent5>
      <a:accent6>
        <a:srgbClr val="FF8C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5439">
                  <a:srgbClr val="F8F8F8"/>
                </a:gs>
                <a:gs pos="10000">
                  <a:srgbClr val="F8F8F8"/>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xmlns="" name="Microsoft_Ignite_2016_16x9_Template" id="{08B3FEDF-27CE-477E-A1F2-9805036CC047}" vid="{CD0BEC05-913A-4A4A-B174-12DECD18D2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812</Words>
  <Application>Microsoft Office PowerPoint</Application>
  <PresentationFormat>Custom</PresentationFormat>
  <Paragraphs>159</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2_5-50002_Ignite_Breakout_Template</vt:lpstr>
      <vt:lpstr>Welcome 508 Coordinators! </vt:lpstr>
      <vt:lpstr>Agenda for the day</vt:lpstr>
      <vt:lpstr>Modernization of IT and 508 refresh </vt:lpstr>
      <vt:lpstr>Talking to IT about Modernization and Accessibility</vt:lpstr>
      <vt:lpstr>Modernization of IT = Accessibility</vt:lpstr>
      <vt:lpstr>Demos   </vt:lpstr>
      <vt:lpstr>Question Time  What are your Challenges with IT Modernization and Accessibility?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508 Coordinators!</dc:title>
  <dc:creator>Anita Mortaloni</dc:creator>
  <cp:lastModifiedBy>Jeyapriya Suruliyandi</cp:lastModifiedBy>
  <cp:revision>2</cp:revision>
  <dcterms:created xsi:type="dcterms:W3CDTF">2017-12-04T01:34:11Z</dcterms:created>
  <dcterms:modified xsi:type="dcterms:W3CDTF">2017-12-10T15:16:27Z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anitase@microsoft.com</vt:lpwstr>
  </property>
  <property fmtid="{D5CDD505-2E9C-101B-9397-08002B2CF9AE}" pid="5" name="MSIP_Label_f42aa342-8706-4288-bd11-ebb85995028c_SetDate">
    <vt:lpwstr>2017-12-04T01:34:52.0173720Z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